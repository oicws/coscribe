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761"/>
            </a:gs>
            <a:gs pos="100000">
              <a:srgbClr val="2A3A8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3135" y="3566160"/>
            <a:ext cx="7315200" cy="1280160"/>
          </a:xfrm>
        </p:spPr>
        <p:txBody>
          <a:bodyPr/>
          <a:lstStyle>
            <a:lvl1pPr algn="l">
              <a:defRPr sz="4000" b="1">
                <a:solidFill>
                  <a:srgbClr val="FFFFFF"/>
                </a:solidFill>
              </a:defRPr>
            </a:lvl1pPr>
          </a:lstStyle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3135" y="4937760"/>
            <a:ext cx="7315200" cy="731520"/>
          </a:xfrm>
        </p:spPr>
        <p:txBody>
          <a:bodyPr/>
          <a:lstStyle>
            <a:lvl1pPr algn="l">
              <a:defRPr sz="1800" b="0">
                <a:solidFill>
                  <a:srgbClr val="CADCFC"/>
                </a:solidFill>
              </a:defRPr>
            </a:lvl1pPr>
          </a:lstStyle>
          <a:p/>
        </p:txBody>
      </p:sp>
      <p:sp>
        <p:nvSpPr>
          <p:cNvPr id="4" name="Rectangle 3"/>
          <p:cNvSpPr/>
          <p:nvPr/>
        </p:nvSpPr>
        <p:spPr>
          <a:xfrm>
            <a:off x="8534095" y="0"/>
            <a:ext cx="3657600" cy="6858000"/>
          </a:xfrm>
          <a:prstGeom prst="rect">
            <a:avLst/>
          </a:prstGeom>
          <a:gradFill rotWithShape="1">
            <a:gsLst>
              <a:gs pos="0">
                <a:srgbClr val="CADCFC"/>
              </a:gs>
              <a:gs pos="100000">
                <a:srgbClr val="EAF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 algn="l">
              <a:defRPr sz="3200" b="1">
                <a:solidFill>
                  <a:srgbClr val="1E2761"/>
                </a:solidFill>
              </a:defRPr>
            </a:lvl1pPr>
          </a:lstStyle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/>
          <a:lstStyle>
            <a:lvl1pPr algn="l">
              <a:defRPr sz="1600" b="0">
                <a:solidFill>
                  <a:srgbClr val="2B2B2B"/>
                </a:solidFill>
              </a:defRPr>
            </a:lvl1pPr>
          </a:lstStyle>
          <a:p/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2000" cy="137160"/>
          </a:xfrm>
          <a:prstGeom prst="rect">
            <a:avLst/>
          </a:prstGeom>
          <a:gradFill rotWithShape="1">
            <a:gsLst>
              <a:gs pos="0">
                <a:srgbClr val="1E2761"/>
              </a:gs>
              <a:gs pos="100000">
                <a:srgbClr val="2A3A8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 algn="l">
              <a:defRPr sz="3200" b="1">
                <a:solidFill>
                  <a:srgbClr val="1E2761"/>
                </a:solidFill>
              </a:defRPr>
            </a:lvl1pPr>
          </a:lstStyle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/>
          <a:lstStyle>
            <a:lvl1pPr algn="l">
              <a:defRPr sz="1600" b="0">
                <a:solidFill>
                  <a:srgbClr val="2B2B2B"/>
                </a:solidFill>
              </a:defRPr>
            </a:lvl1pPr>
          </a:lstStyle>
          <a:p/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2000" cy="137160"/>
          </a:xfrm>
          <a:prstGeom prst="rect">
            <a:avLst/>
          </a:prstGeom>
          <a:gradFill rotWithShape="1">
            <a:gsLst>
              <a:gs pos="0">
                <a:srgbClr val="1E2761"/>
              </a:gs>
              <a:gs pos="100000">
                <a:srgbClr val="2A3A8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761"/>
            </a:gs>
            <a:gs pos="100000">
              <a:srgbClr val="2A3A8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600" y="3566160"/>
            <a:ext cx="7680960" cy="1280160"/>
          </a:xfrm>
        </p:spPr>
        <p:txBody>
          <a:bodyPr/>
          <a:lstStyle>
            <a:lvl1pPr algn="l">
              <a:defRPr sz="4000" b="1">
                <a:solidFill>
                  <a:srgbClr val="FFFFFF"/>
                </a:solidFill>
              </a:defRPr>
            </a:lvl1pPr>
          </a:lstStyle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7600" y="4937760"/>
            <a:ext cx="7680960" cy="731520"/>
          </a:xfrm>
        </p:spPr>
        <p:txBody>
          <a:bodyPr/>
          <a:lstStyle>
            <a:lvl1pPr algn="l">
              <a:defRPr sz="1800" b="0">
                <a:solidFill>
                  <a:srgbClr val="CADCFC"/>
                </a:solidFill>
              </a:defRPr>
            </a:lvl1pPr>
          </a:lstStyle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3047695" cy="6858000"/>
          </a:xfrm>
          <a:prstGeom prst="rect">
            <a:avLst/>
          </a:prstGeom>
          <a:gradFill rotWithShape="1">
            <a:gsLst>
              <a:gs pos="0">
                <a:srgbClr val="CADCFC"/>
              </a:gs>
              <a:gs pos="100000">
                <a:srgbClr val="EAF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
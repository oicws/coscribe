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0F14"/>
            </a:gs>
            <a:gs pos="100000">
              <a:srgbClr val="00000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200400"/>
            <a:ext cx="9906000" cy="1143000"/>
          </a:xfrm>
        </p:spPr>
        <p:txBody>
          <a:bodyPr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00400"/>
            <a:ext cx="9906000" cy="685800"/>
          </a:xfrm>
        </p:spPr>
        <p:txBody>
          <a:bodyPr/>
          <a:lstStyle>
            <a:lvl1pPr algn="l">
              <a:defRPr sz="1800" b="1">
                <a:solidFill>
                  <a:srgbClr val="22D3EE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1371600" cy="5486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0E749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163200" cy="914400"/>
          </a:xfrm>
        </p:spPr>
        <p:txBody>
          <a:bodyPr/>
          <a:lstStyle>
            <a:lvl1pPr algn="l">
              <a:defRPr sz="3200" b="1">
                <a:solidFill>
                  <a:srgbClr val="FFFFFF"/>
                </a:solidFill>
              </a:defRPr>
            </a:lvl1pPr>
          </a:lstStyle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45920"/>
            <a:ext cx="10163200" cy="4754880"/>
          </a:xfrm>
        </p:spPr>
        <p:txBody>
          <a:bodyPr/>
          <a:lstStyle>
            <a:lvl1pPr algn="l">
              <a:defRPr sz="1600" b="0">
                <a:solidFill>
                  <a:srgbClr val="CBD5E1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609600" y="1508760"/>
            <a:ext cx="1371600" cy="5486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0E749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163200" cy="914400"/>
          </a:xfrm>
        </p:spPr>
        <p:txBody>
          <a:bodyPr/>
          <a:lstStyle>
            <a:lvl1pPr algn="l">
              <a:defRPr sz="3200" b="1">
                <a:solidFill>
                  <a:srgbClr val="FFFFFF"/>
                </a:solidFill>
              </a:defRPr>
            </a:lvl1pPr>
          </a:lstStyle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45920"/>
            <a:ext cx="10163200" cy="4754880"/>
          </a:xfrm>
        </p:spPr>
        <p:txBody>
          <a:bodyPr/>
          <a:lstStyle>
            <a:lvl1pPr algn="l">
              <a:defRPr sz="1600" b="0">
                <a:solidFill>
                  <a:srgbClr val="CBD5E1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609600" y="1508760"/>
            <a:ext cx="1371600" cy="5486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0E749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0F14"/>
            </a:gs>
            <a:gs pos="100000">
              <a:srgbClr val="00000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200400"/>
            <a:ext cx="9906000" cy="1143000"/>
          </a:xfrm>
        </p:spPr>
        <p:txBody>
          <a:bodyPr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00400"/>
            <a:ext cx="9906000" cy="685800"/>
          </a:xfrm>
        </p:spPr>
        <p:txBody>
          <a:bodyPr/>
          <a:lstStyle>
            <a:lvl1pPr algn="l">
              <a:defRPr sz="1800" b="1">
                <a:solidFill>
                  <a:srgbClr val="22D3EE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1371600" cy="5486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0E749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
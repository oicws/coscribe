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00400"/>
            <a:ext cx="9906000" cy="1143000"/>
          </a:xfrm>
        </p:spPr>
        <p:txBody>
          <a:bodyPr/>
          <a:lstStyle>
            <a:lvl1pPr algn="l">
              <a:defRPr sz="4800" b="1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00400"/>
            <a:ext cx="9906000" cy="685800"/>
          </a:xfrm>
        </p:spPr>
        <p:txBody>
          <a:bodyPr/>
          <a:lstStyle>
            <a:lvl1pPr algn="l">
              <a:defRPr sz="1800" b="1">
                <a:solidFill>
                  <a:srgbClr val="A3A3A3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371600" cy="54864"/>
          </a:xfrm>
          <a:prstGeom prst="rect">
            <a:avLst/>
          </a:prstGeom>
          <a:gradFill rotWithShape="1">
            <a:gsLst>
              <a:gs pos="0">
                <a:srgbClr val="FB3A5D"/>
              </a:gs>
              <a:gs pos="100000">
                <a:srgbClr val="9F123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163200" cy="914400"/>
          </a:xfrm>
        </p:spPr>
        <p:txBody>
          <a:bodyPr/>
          <a:lstStyle>
            <a:lvl1pPr algn="l">
              <a:defRPr sz="3600" b="1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5920"/>
            <a:ext cx="10163200" cy="4754880"/>
          </a:xfrm>
        </p:spPr>
        <p:txBody>
          <a:bodyPr/>
          <a:lstStyle>
            <a:lvl1pPr algn="l">
              <a:defRPr sz="1600" b="0">
                <a:solidFill>
                  <a:srgbClr val="D4D4D4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609600" y="1508760"/>
            <a:ext cx="1371600" cy="54864"/>
          </a:xfrm>
          <a:prstGeom prst="rect">
            <a:avLst/>
          </a:prstGeom>
          <a:gradFill rotWithShape="1">
            <a:gsLst>
              <a:gs pos="0">
                <a:srgbClr val="FB3A5D"/>
              </a:gs>
              <a:gs pos="100000">
                <a:srgbClr val="9F123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163200" cy="914400"/>
          </a:xfrm>
        </p:spPr>
        <p:txBody>
          <a:bodyPr/>
          <a:lstStyle>
            <a:lvl1pPr algn="l">
              <a:defRPr sz="3600" b="1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5920"/>
            <a:ext cx="10163200" cy="4754880"/>
          </a:xfrm>
        </p:spPr>
        <p:txBody>
          <a:bodyPr/>
          <a:lstStyle>
            <a:lvl1pPr algn="l">
              <a:defRPr sz="1600" b="0">
                <a:solidFill>
                  <a:srgbClr val="D4D4D4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609600" y="1508760"/>
            <a:ext cx="1371600" cy="54864"/>
          </a:xfrm>
          <a:prstGeom prst="rect">
            <a:avLst/>
          </a:prstGeom>
          <a:gradFill rotWithShape="1">
            <a:gsLst>
              <a:gs pos="0">
                <a:srgbClr val="FB3A5D"/>
              </a:gs>
              <a:gs pos="100000">
                <a:srgbClr val="9F123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00400"/>
            <a:ext cx="9906000" cy="1143000"/>
          </a:xfrm>
        </p:spPr>
        <p:txBody>
          <a:bodyPr/>
          <a:lstStyle>
            <a:lvl1pPr algn="l">
              <a:defRPr sz="4800" b="1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00400"/>
            <a:ext cx="9906000" cy="685800"/>
          </a:xfrm>
        </p:spPr>
        <p:txBody>
          <a:bodyPr/>
          <a:lstStyle>
            <a:lvl1pPr algn="l">
              <a:defRPr sz="1800" b="1">
                <a:solidFill>
                  <a:srgbClr val="A3A3A3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371600" cy="54864"/>
          </a:xfrm>
          <a:prstGeom prst="rect">
            <a:avLst/>
          </a:prstGeom>
          <a:gradFill rotWithShape="1">
            <a:gsLst>
              <a:gs pos="0">
                <a:srgbClr val="FB3A5D"/>
              </a:gs>
              <a:gs pos="100000">
                <a:srgbClr val="9F123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
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11827"/>
            </a:gs>
            <a:gs pos="100000">
              <a:srgbClr val="000000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200400"/>
            <a:ext cx="9906000" cy="1143000"/>
          </a:xfrm>
        </p:spPr>
        <p:txBody>
          <a:bodyPr/>
          <a:lstStyle>
            <a:lvl1pPr algn="l">
              <a:defRPr sz="4000" b="1">
                <a:solidFill>
                  <a:srgbClr val="FFFFFF"/>
                </a:solidFill>
              </a:defRPr>
            </a:lvl1pPr>
          </a:lstStyle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00400"/>
            <a:ext cx="9906000" cy="685800"/>
          </a:xfrm>
        </p:spPr>
        <p:txBody>
          <a:bodyPr/>
          <a:lstStyle>
            <a:lvl1pPr algn="l">
              <a:defRPr sz="1800" b="1">
                <a:solidFill>
                  <a:srgbClr val="C2410C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914400" y="3017520"/>
            <a:ext cx="1371600" cy="54864"/>
          </a:xfrm>
          <a:prstGeom prst="rect">
            <a:avLst/>
          </a:prstGeom>
          <a:gradFill rotWithShape="1">
            <a:gsLst>
              <a:gs pos="0">
                <a:srgbClr val="C2410C"/>
              </a:gs>
              <a:gs pos="100000">
                <a:srgbClr val="7C2D1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48640"/>
            <a:ext cx="10088880" cy="914400"/>
          </a:xfrm>
        </p:spPr>
        <p:txBody>
          <a:bodyPr/>
          <a:lstStyle>
            <a:lvl1pPr algn="l">
              <a:defRPr sz="3200" b="1">
                <a:solidFill>
                  <a:srgbClr val="111827"/>
                </a:solidFill>
              </a:defRPr>
            </a:lvl1pPr>
          </a:lstStyle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45920"/>
            <a:ext cx="10088880" cy="4754880"/>
          </a:xfrm>
        </p:spPr>
        <p:txBody>
          <a:bodyPr/>
          <a:lstStyle>
            <a:lvl1pPr algn="l">
              <a:defRPr sz="1600" b="0">
                <a:solidFill>
                  <a:srgbClr val="2B2B2B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gradFill rotWithShape="1">
            <a:gsLst>
              <a:gs pos="0">
                <a:srgbClr val="C2410C"/>
              </a:gs>
              <a:gs pos="100000">
                <a:srgbClr val="7C2D12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48640"/>
            <a:ext cx="10088880" cy="914400"/>
          </a:xfrm>
        </p:spPr>
        <p:txBody>
          <a:bodyPr/>
          <a:lstStyle>
            <a:lvl1pPr algn="l">
              <a:defRPr sz="3200" b="1">
                <a:solidFill>
                  <a:srgbClr val="111827"/>
                </a:solidFill>
              </a:defRPr>
            </a:lvl1pPr>
          </a:lstStyle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45920"/>
            <a:ext cx="10088880" cy="4754880"/>
          </a:xfrm>
        </p:spPr>
        <p:txBody>
          <a:bodyPr/>
          <a:lstStyle>
            <a:lvl1pPr algn="l">
              <a:defRPr sz="1600" b="0">
                <a:solidFill>
                  <a:srgbClr val="2B2B2B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gradFill rotWithShape="1">
            <a:gsLst>
              <a:gs pos="0">
                <a:srgbClr val="C2410C"/>
              </a:gs>
              <a:gs pos="100000">
                <a:srgbClr val="7C2D12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11827"/>
            </a:gs>
            <a:gs pos="100000">
              <a:srgbClr val="000000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200400"/>
            <a:ext cx="9906000" cy="1143000"/>
          </a:xfrm>
        </p:spPr>
        <p:txBody>
          <a:bodyPr/>
          <a:lstStyle>
            <a:lvl1pPr algn="l">
              <a:defRPr sz="4000" b="1">
                <a:solidFill>
                  <a:srgbClr val="FFFFFF"/>
                </a:solidFill>
              </a:defRPr>
            </a:lvl1pPr>
          </a:lstStyle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00400"/>
            <a:ext cx="9906000" cy="685800"/>
          </a:xfrm>
        </p:spPr>
        <p:txBody>
          <a:bodyPr/>
          <a:lstStyle>
            <a:lvl1pPr algn="l">
              <a:defRPr sz="1800" b="1">
                <a:solidFill>
                  <a:srgbClr val="C2410C"/>
                </a:solidFill>
              </a:defRPr>
            </a:lvl1pPr>
          </a:lstStyle>
          <a:p/>
        </p:txBody>
      </p:sp>
      <p:sp>
        <p:nvSpPr>
          <p:cNvPr id="4" name="Rectangle 3"/>
          <p:cNvSpPr/>
          <p:nvPr/>
        </p:nvSpPr>
        <p:spPr>
          <a:xfrm>
            <a:off x="914400" y="3017520"/>
            <a:ext cx="1371600" cy="54864"/>
          </a:xfrm>
          <a:prstGeom prst="rect">
            <a:avLst/>
          </a:prstGeom>
          <a:gradFill rotWithShape="1">
            <a:gsLst>
              <a:gs pos="0">
                <a:srgbClr val="C2410C"/>
              </a:gs>
              <a:gs pos="100000">
                <a:srgbClr val="7C2D1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
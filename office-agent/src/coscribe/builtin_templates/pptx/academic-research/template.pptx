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000" b="1">
                <a:solidFill>
                  <a:srgbClr val="0F172A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475569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163200" cy="914400"/>
          </a:xfrm>
        </p:spPr>
        <p:txBody>
          <a:bodyPr/>
          <a:lstStyle>
            <a:lvl1pPr algn="l">
              <a:defRPr sz="3200" b="1">
                <a:solidFill>
                  <a:srgbClr val="0F172A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5920"/>
            <a:ext cx="10163200" cy="4754880"/>
          </a:xfrm>
        </p:spPr>
        <p:txBody>
          <a:bodyPr/>
          <a:lstStyle>
            <a:lvl1pPr algn="l">
              <a:defRPr sz="1600" b="0">
                <a:solidFill>
                  <a:srgbClr val="1E293B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609600" y="1508760"/>
            <a:ext cx="1371600" cy="5486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163200" cy="914400"/>
          </a:xfrm>
        </p:spPr>
        <p:txBody>
          <a:bodyPr/>
          <a:lstStyle>
            <a:lvl1pPr algn="l">
              <a:defRPr sz="3200" b="1">
                <a:solidFill>
                  <a:srgbClr val="0F172A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5920"/>
            <a:ext cx="10163200" cy="4754880"/>
          </a:xfrm>
        </p:spPr>
        <p:txBody>
          <a:bodyPr/>
          <a:lstStyle>
            <a:lvl1pPr algn="l">
              <a:defRPr sz="1600" b="0">
                <a:solidFill>
                  <a:srgbClr val="1E293B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609600" y="1508760"/>
            <a:ext cx="1371600" cy="5486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000" b="1">
                <a:solidFill>
                  <a:srgbClr val="0F172A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475569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
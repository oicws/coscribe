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8" r:id="rId1"/>
    <p:sldMasterId id="2147483687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</p:sldIdLst>
  <p:sldSz cx="10691813" cy="7559675"/>
  <p:notesSz cx="6858000" cy="9144000"/>
  <p:defaultTextStyle>
    <a:defPPr>
      <a:defRPr lang="en-US"/>
    </a:defPPr>
    <a:lvl1pPr marL="0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1pPr>
    <a:lvl2pPr marL="497754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2pPr>
    <a:lvl3pPr marL="995507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3pPr>
    <a:lvl4pPr marL="1493261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4pPr>
    <a:lvl5pPr marL="1991015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5pPr>
    <a:lvl6pPr marL="2488768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6pPr>
    <a:lvl7pPr marL="2986522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7pPr>
    <a:lvl8pPr marL="3484275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8pPr>
    <a:lvl9pPr marL="3982029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B98"/>
    <a:srgbClr val="B4D8EC"/>
    <a:srgbClr val="50798A"/>
    <a:srgbClr val="4B798B"/>
    <a:srgbClr val="292929"/>
    <a:srgbClr val="FAFAFA"/>
    <a:srgbClr val="4D4D4D"/>
    <a:srgbClr val="4C4C4C"/>
    <a:srgbClr val="424242"/>
    <a:srgbClr val="B3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433" autoAdjust="0"/>
  </p:normalViewPr>
  <p:slideViewPr>
    <p:cSldViewPr snapToGrid="0">
      <p:cViewPr varScale="1">
        <p:scale>
          <a:sx n="102" d="100"/>
          <a:sy n="102" d="100"/>
        </p:scale>
        <p:origin x="1290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998E1F-C149-46EE-924F-FCE27F6CD3DB}" type="datetimeFigureOut">
              <a:rPr lang="en-US" smtClean="0"/>
              <a:t>2021-10-20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42470-D438-4108-AC08-0CCEB0E4E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809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1pPr>
    <a:lvl2pPr marL="497754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2pPr>
    <a:lvl3pPr marL="995507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3pPr>
    <a:lvl4pPr marL="1493261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4pPr>
    <a:lvl5pPr marL="1991015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5pPr>
    <a:lvl6pPr marL="2488768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6pPr>
    <a:lvl7pPr marL="2986522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7pPr>
    <a:lvl8pPr marL="3484275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8pPr>
    <a:lvl9pPr marL="3982029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254209-CA6B-4D85-B512-FC79E6E3EAE8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8DA50E-A0A8-45A5-8E30-EAA3954FC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980" y="1060709"/>
            <a:ext cx="9252533" cy="106377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lang="en-US" sz="3000" b="1" i="0" u="none" kern="1200" baseline="0" dirty="0">
                <a:solidFill>
                  <a:srgbClr val="29292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CEFDB-4077-4BE2-BA72-23B09EBF54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49144" y="2390114"/>
            <a:ext cx="8018463" cy="2734148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Occasion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9DF23A6-D1A3-4345-88EE-B813772F204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A37E97C-259D-4CA5-8DF9-08B212F7AB8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28C8A88-841F-4D7B-A174-1B0A58BDD3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9FFDE73-AC9F-416E-B9C8-EA88DB5B7C7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>
            <a:off x="-20638" y="0"/>
            <a:ext cx="552451" cy="7570788"/>
            <a:chOff x="-13" y="0"/>
            <a:chExt cx="348" cy="4769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C4E8F94-A970-4AD6-9133-AC5D1F388E4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-13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366284-D269-469C-BA7B-1EB8F6B034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4F629AF-AB10-4F75-AB06-787BD1CAA1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" name="Group 9">
            <a:extLst>
              <a:ext uri="{FF2B5EF4-FFF2-40B4-BE49-F238E27FC236}">
                <a16:creationId xmlns:a16="http://schemas.microsoft.com/office/drawing/2014/main" id="{DA83C3AD-8FB6-4C76-AA06-1A6DEE93ECC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55238" y="0"/>
            <a:ext cx="552450" cy="7570788"/>
            <a:chOff x="6397" y="0"/>
            <a:chExt cx="348" cy="4769"/>
          </a:xfrm>
        </p:grpSpPr>
        <p:sp>
          <p:nvSpPr>
            <p:cNvPr id="9" name="AutoShape 8">
              <a:extLst>
                <a:ext uri="{FF2B5EF4-FFF2-40B4-BE49-F238E27FC236}">
                  <a16:creationId xmlns:a16="http://schemas.microsoft.com/office/drawing/2014/main" id="{62EED28C-BD36-420D-BC4C-7F10789D85A8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397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4C258556-DB15-486D-B209-B49BDFCC0A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BCA2DDA-41F5-4CCD-B8D8-AAC7340288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E1E6C51-9B23-4A02-8648-C642DF7D4DF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61502" y="5389896"/>
            <a:ext cx="2188430" cy="100478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de-DE" sz="2400" b="0" kern="1200" baseline="0" dirty="0">
                <a:ln>
                  <a:noFill/>
                </a:ln>
                <a:solidFill>
                  <a:srgbClr val="292929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Logo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64221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(2 Logo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254209-CA6B-4D85-B512-FC79E6E3EAE8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8DA50E-A0A8-45A5-8E30-EAA3954FC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980" y="1060709"/>
            <a:ext cx="9252533" cy="106377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lang="en-US" sz="3000" b="1" i="0" u="none" kern="1200" baseline="0" dirty="0">
                <a:solidFill>
                  <a:srgbClr val="29292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CEFDB-4077-4BE2-BA72-23B09EBF54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49144" y="2390114"/>
            <a:ext cx="8018463" cy="2734148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Occasion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5456AEF-21F8-4FF7-9045-64B2CFAAAE3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27555" y="5389896"/>
            <a:ext cx="2188430" cy="100478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de-DE" sz="2400" b="0" kern="1200" baseline="0" dirty="0">
                <a:ln>
                  <a:noFill/>
                </a:ln>
                <a:solidFill>
                  <a:srgbClr val="292929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Logo</a:t>
            </a:r>
            <a:endParaRPr lang="de-DE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9FFDE73-AC9F-416E-B9C8-EA88DB5B7C7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>
            <a:off x="-20638" y="0"/>
            <a:ext cx="552451" cy="7570788"/>
            <a:chOff x="-13" y="0"/>
            <a:chExt cx="348" cy="4769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C4E8F94-A970-4AD6-9133-AC5D1F388E4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-13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366284-D269-469C-BA7B-1EB8F6B034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4F629AF-AB10-4F75-AB06-787BD1CAA1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" name="Group 9">
            <a:extLst>
              <a:ext uri="{FF2B5EF4-FFF2-40B4-BE49-F238E27FC236}">
                <a16:creationId xmlns:a16="http://schemas.microsoft.com/office/drawing/2014/main" id="{DA83C3AD-8FB6-4C76-AA06-1A6DEE93ECC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55238" y="0"/>
            <a:ext cx="552450" cy="7570788"/>
            <a:chOff x="6397" y="0"/>
            <a:chExt cx="348" cy="4769"/>
          </a:xfrm>
        </p:grpSpPr>
        <p:sp>
          <p:nvSpPr>
            <p:cNvPr id="9" name="AutoShape 8">
              <a:extLst>
                <a:ext uri="{FF2B5EF4-FFF2-40B4-BE49-F238E27FC236}">
                  <a16:creationId xmlns:a16="http://schemas.microsoft.com/office/drawing/2014/main" id="{62EED28C-BD36-420D-BC4C-7F10789D85A8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397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4C258556-DB15-486D-B209-B49BDFCC0A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BCA2DDA-41F5-4CCD-B8D8-AAC7340288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066AA18-9EAB-4B3B-9CCE-B7BDB3473A1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470506" y="5389896"/>
            <a:ext cx="2188430" cy="100478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de-DE" sz="2400" b="0" kern="1200" baseline="0" dirty="0">
                <a:ln>
                  <a:noFill/>
                </a:ln>
                <a:solidFill>
                  <a:srgbClr val="292929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Logo</a:t>
            </a:r>
            <a:endParaRPr lang="de-DE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9A3E6726-E870-4A8C-B4C1-0B9DB70AB4E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C850725D-9D2F-42FA-AE46-19842B7B368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B029CA6-4746-4611-9EEE-3E69166FB8F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976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(3 Logo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254209-CA6B-4D85-B512-FC79E6E3EAE8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8DA50E-A0A8-45A5-8E30-EAA3954FC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980" y="1060709"/>
            <a:ext cx="9252533" cy="106377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lang="en-US" sz="3000" b="1" i="0" u="none" kern="1200" baseline="0" dirty="0">
                <a:solidFill>
                  <a:srgbClr val="29292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CEFDB-4077-4BE2-BA72-23B09EBF54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49144" y="2390114"/>
            <a:ext cx="8018463" cy="2734148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Occasion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5456AEF-21F8-4FF7-9045-64B2CFAAAE3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80647" y="5389896"/>
            <a:ext cx="2188430" cy="100478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de-DE" sz="2400" b="0" kern="1200" baseline="0" dirty="0">
                <a:ln>
                  <a:noFill/>
                </a:ln>
                <a:solidFill>
                  <a:srgbClr val="292929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Logo</a:t>
            </a:r>
            <a:endParaRPr lang="de-DE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9FFDE73-AC9F-416E-B9C8-EA88DB5B7C7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>
            <a:off x="-20638" y="0"/>
            <a:ext cx="552451" cy="7570788"/>
            <a:chOff x="-13" y="0"/>
            <a:chExt cx="348" cy="4769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C4E8F94-A970-4AD6-9133-AC5D1F388E4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-13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366284-D269-469C-BA7B-1EB8F6B034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4F629AF-AB10-4F75-AB06-787BD1CAA1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" name="Group 9">
            <a:extLst>
              <a:ext uri="{FF2B5EF4-FFF2-40B4-BE49-F238E27FC236}">
                <a16:creationId xmlns:a16="http://schemas.microsoft.com/office/drawing/2014/main" id="{DA83C3AD-8FB6-4C76-AA06-1A6DEE93ECC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55238" y="0"/>
            <a:ext cx="552450" cy="7570788"/>
            <a:chOff x="6397" y="0"/>
            <a:chExt cx="348" cy="4769"/>
          </a:xfrm>
        </p:grpSpPr>
        <p:sp>
          <p:nvSpPr>
            <p:cNvPr id="9" name="AutoShape 8">
              <a:extLst>
                <a:ext uri="{FF2B5EF4-FFF2-40B4-BE49-F238E27FC236}">
                  <a16:creationId xmlns:a16="http://schemas.microsoft.com/office/drawing/2014/main" id="{62EED28C-BD36-420D-BC4C-7F10789D85A8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397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4C258556-DB15-486D-B209-B49BDFCC0A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BCA2DDA-41F5-4CCD-B8D8-AAC7340288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002C1311-A211-4D15-96B7-6551C3EEA9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64160" y="5389896"/>
            <a:ext cx="2188430" cy="100478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de-DE" sz="2400" b="0" kern="1200" baseline="0" dirty="0">
                <a:ln>
                  <a:noFill/>
                </a:ln>
                <a:solidFill>
                  <a:srgbClr val="292929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Logo</a:t>
            </a:r>
            <a:endParaRPr lang="de-DE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64B0F404-642C-4D78-9626-AE89D2671A2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747673" y="5389895"/>
            <a:ext cx="2188430" cy="100478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de-DE" sz="2400" b="0" kern="1200" baseline="0" dirty="0">
                <a:ln>
                  <a:noFill/>
                </a:ln>
                <a:solidFill>
                  <a:srgbClr val="292929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Logo</a:t>
            </a:r>
            <a:endParaRPr lang="de-DE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87063290-0DEE-44D9-B249-BB0FB2CFF8B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4FABC34-9B32-4D1C-8641-1A4BDEAA0E2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8C53C155-5F4F-4F5E-8809-53581809184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725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254209-CA6B-4D85-B512-FC79E6E3EAE8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1BF6E0A7-D33C-406D-95FF-91B24FE2476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>
            <a:off x="-20638" y="0"/>
            <a:ext cx="552451" cy="7570788"/>
            <a:chOff x="-13" y="0"/>
            <a:chExt cx="348" cy="4769"/>
          </a:xfrm>
        </p:grpSpPr>
        <p:sp>
          <p:nvSpPr>
            <p:cNvPr id="15" name="AutoShape 3">
              <a:extLst>
                <a:ext uri="{FF2B5EF4-FFF2-40B4-BE49-F238E27FC236}">
                  <a16:creationId xmlns:a16="http://schemas.microsoft.com/office/drawing/2014/main" id="{53E159D4-B1B7-4142-AB30-FE7C63E6BF7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-13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2A68D49F-13AA-4E52-BEEA-5A2A589C98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AFD35ACB-9B1F-45FF-98AB-6FD219C963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8" name="Group 9">
            <a:extLst>
              <a:ext uri="{FF2B5EF4-FFF2-40B4-BE49-F238E27FC236}">
                <a16:creationId xmlns:a16="http://schemas.microsoft.com/office/drawing/2014/main" id="{A6D26CD7-0B77-4E24-B90C-F85C2E99BE4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55238" y="0"/>
            <a:ext cx="552450" cy="7570788"/>
            <a:chOff x="6397" y="0"/>
            <a:chExt cx="348" cy="4769"/>
          </a:xfrm>
        </p:grpSpPr>
        <p:sp>
          <p:nvSpPr>
            <p:cNvPr id="22" name="AutoShape 8">
              <a:extLst>
                <a:ext uri="{FF2B5EF4-FFF2-40B4-BE49-F238E27FC236}">
                  <a16:creationId xmlns:a16="http://schemas.microsoft.com/office/drawing/2014/main" id="{E8C6BBDF-8C23-482D-9755-BBCD4198E078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397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9ADFEDEF-0765-4BD2-81BB-6EAFC643DF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20F643F-97BA-4EEC-911B-9F6E91A74E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2A6DC8B-3714-4D44-AEEB-38C24EE92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79" y="177957"/>
            <a:ext cx="10016914" cy="501053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Topic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24D30A39-E9DC-4073-8BB9-EDE393295D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8902" y="882675"/>
            <a:ext cx="8848690" cy="5214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000" b="1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97C1203-2365-41A1-9977-DAD8F2CDF9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26394" y="2037029"/>
            <a:ext cx="6646825" cy="4417921"/>
          </a:xfrm>
        </p:spPr>
        <p:txBody>
          <a:bodyPr anchor="t"/>
          <a:lstStyle>
            <a:lvl1pPr>
              <a:spcBef>
                <a:spcPts val="2600"/>
              </a:spcBef>
              <a:defRPr/>
            </a:lvl1pPr>
          </a:lstStyle>
          <a:p>
            <a:pPr lvl="0"/>
            <a:r>
              <a:rPr lang="en-US" dirty="0"/>
              <a:t>Section content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05E49D-D204-4447-B7B8-8800089151F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A8AF8AA-445D-495C-A915-1A0056BB624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4CD495E-6CC4-4C2C-87CD-D2FE359AC0F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415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9452FD47-17AD-4A3E-A981-ED77ADC16B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Topic: Section Breadcrumbs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B96E583F-9F77-4C89-88CB-B9EA580E12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261" y="882675"/>
            <a:ext cx="9215331" cy="5214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 b="1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4334BEE-CA03-49F7-A1D7-57D4E6F66EF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24220" y="1607818"/>
            <a:ext cx="8843374" cy="536334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7B7C3-028B-4907-BA96-5AFF8D2DFA2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77C1C3-1503-4975-8B69-E903CD3FE15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29BF9-38DB-4DDE-AA40-9C650DDF2FD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36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9452FD47-17AD-4A3E-A981-ED77ADC16B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Topic: Section Breadcrumbs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7D2DE45D-608A-4FF6-B926-2D3F338224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261" y="882675"/>
            <a:ext cx="9215331" cy="5214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 b="1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FF85CE-D61B-4B33-981F-742700908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220" y="1607819"/>
            <a:ext cx="4353950" cy="536334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77ABD62-5AB3-4D07-853A-0EB6F75DC63F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5413644" y="1607818"/>
            <a:ext cx="4353950" cy="536334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C9BE16-DE18-4760-9744-2F0B665D285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2E8DC-8137-4D91-8C1A-5EC336A6723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AA866-3FD1-4672-A7A4-70A37402A58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076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,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9452FD47-17AD-4A3E-A981-ED77ADC16B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Topic: Section Breadcrumbs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7D2DE45D-608A-4FF6-B926-2D3F338224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261" y="882675"/>
            <a:ext cx="9215331" cy="5214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 b="1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FF85CE-D61B-4B33-981F-742700908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220" y="1607819"/>
            <a:ext cx="4353950" cy="536334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C9BE16-DE18-4760-9744-2F0B665D285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2E8DC-8137-4D91-8C1A-5EC336A6723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AA866-3FD1-4672-A7A4-70A37402A58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42F54518-7A71-498F-B894-737EA57B7DE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413644" y="1607817"/>
            <a:ext cx="4353948" cy="536334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75838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,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9452FD47-17AD-4A3E-A981-ED77ADC16B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Topic: Section Breadcrumbs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7D2DE45D-608A-4FF6-B926-2D3F338224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261" y="882675"/>
            <a:ext cx="9215331" cy="5214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 b="1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E9F01FC-2F5C-417C-908F-BD1B8D3E988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32945" y="1607818"/>
            <a:ext cx="4353948" cy="536334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26068FB-F7A9-4CEE-8E54-7C2BD15C1B0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5413644" y="1607818"/>
            <a:ext cx="4353950" cy="536334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4373EF-5011-425C-97F2-456A07D12C3D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380BD9-2A12-4CCA-B5ED-717F7514E87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73F7F-C22A-47C0-9D8B-7E44AB3270A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339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9452FD47-17AD-4A3E-A981-ED77ADC16B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Topic: Section Breadcrumbs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7D2DE45D-608A-4FF6-B926-2D3F338224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261" y="882675"/>
            <a:ext cx="9215331" cy="5214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 b="1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E9F01FC-2F5C-417C-908F-BD1B8D3E988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32945" y="1607818"/>
            <a:ext cx="4353948" cy="536334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4373EF-5011-425C-97F2-456A07D12C3D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380BD9-2A12-4CCA-B5ED-717F7514E87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73F7F-C22A-47C0-9D8B-7E44AB3270A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68BEB3A0-D74D-4578-93F3-55C48547B91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413645" y="1607818"/>
            <a:ext cx="4353948" cy="536334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1813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9452FD47-17AD-4A3E-A981-ED77ADC16B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Topic: Section Breadcrumbs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B96E583F-9F77-4C89-88CB-B9EA580E12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261" y="882675"/>
            <a:ext cx="9215331" cy="5214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 b="1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7B7C3-028B-4907-BA96-5AFF8D2DFA2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77C1C3-1503-4975-8B69-E903CD3FE15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29BF9-38DB-4DDE-AA40-9C650DDF2FD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90604677-5A2F-4A7A-9373-3880622A627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24219" y="1607818"/>
            <a:ext cx="8843374" cy="536334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92149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9452FD47-17AD-4A3E-A981-ED77ADC16B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Topic: Section Breadcrumbs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BA941C27-677C-4420-8B82-44593E6EE9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262" y="882675"/>
            <a:ext cx="9215330" cy="5214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 b="1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36873C2-C617-4252-8C8A-F98636A4D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220" y="2272420"/>
            <a:ext cx="2887289" cy="4106576"/>
          </a:xfrm>
        </p:spPr>
        <p:txBody>
          <a:bodyPr anchor="b"/>
          <a:lstStyle>
            <a:lvl1pPr algn="r">
              <a:defRPr sz="2200"/>
            </a:lvl1pPr>
            <a:lvl2pPr algn="r">
              <a:defRPr sz="2000"/>
            </a:lvl2pPr>
            <a:lvl3pPr algn="r">
              <a:defRPr sz="1800"/>
            </a:lvl3pPr>
            <a:lvl4pPr algn="r">
              <a:defRPr sz="1800"/>
            </a:lvl4pPr>
            <a:lvl5pPr algn="r"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E3ECB27-5005-42B5-B858-CDFAD42D785F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983523" y="1607818"/>
            <a:ext cx="5784071" cy="536334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9230FF-56C9-4F54-8D64-5647774050A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3ACDA0-6B37-4538-B546-E92A423738D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8B723-FC4A-4C04-8F4A-3741CA1950B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3268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9452FD47-17AD-4A3E-A981-ED77ADC16B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Topic: Section Breadcrumbs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BA941C27-677C-4420-8B82-44593E6EE9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262" y="882675"/>
            <a:ext cx="9215330" cy="5214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 b="1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36873C2-C617-4252-8C8A-F98636A4D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220" y="2272420"/>
            <a:ext cx="2887289" cy="4106576"/>
          </a:xfrm>
        </p:spPr>
        <p:txBody>
          <a:bodyPr anchor="b"/>
          <a:lstStyle>
            <a:lvl1pPr algn="r">
              <a:defRPr sz="2200"/>
            </a:lvl1pPr>
            <a:lvl2pPr algn="r">
              <a:defRPr sz="2000"/>
            </a:lvl2pPr>
            <a:lvl3pPr algn="r">
              <a:defRPr sz="1800"/>
            </a:lvl3pPr>
            <a:lvl4pPr algn="r">
              <a:defRPr sz="1800"/>
            </a:lvl4pPr>
            <a:lvl5pPr algn="r"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7A508C-1BA8-4D4D-B433-7172979F2A8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5A011-1B9D-4A8F-B7EE-DE86724E59B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C0FBEB-3587-4647-A519-E58F58077F2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6699EC2C-F714-4279-B79B-A2A9BCA692F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83523" y="1607817"/>
            <a:ext cx="5784069" cy="536334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91122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o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7">
            <a:extLst>
              <a:ext uri="{FF2B5EF4-FFF2-40B4-BE49-F238E27FC236}">
                <a16:creationId xmlns:a16="http://schemas.microsoft.com/office/drawing/2014/main" id="{674ED218-4883-45FA-AC90-5A41505AD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61" y="415739"/>
            <a:ext cx="9915265" cy="521479"/>
          </a:xfrm>
        </p:spPr>
        <p:txBody>
          <a:bodyPr>
            <a:noAutofit/>
          </a:bodyPr>
          <a:lstStyle>
            <a:lvl1pPr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941AF6A-1FA9-460D-B7CC-5ED308F30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220" y="1204114"/>
            <a:ext cx="8843372" cy="57217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F3534-2FDE-47C0-BEA7-3BCAFD21D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F4549E-A87F-47AE-A024-79C69659B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1BACC-34C8-4694-B878-1BAB6C3C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F3D6919-B0BD-4A49-AC8E-449C57FC264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V="1">
            <a:off x="0" y="-9525"/>
            <a:ext cx="1212850" cy="7572375"/>
            <a:chOff x="0" y="-6"/>
            <a:chExt cx="764" cy="4770"/>
          </a:xfrm>
        </p:grpSpPr>
        <p:sp>
          <p:nvSpPr>
            <p:cNvPr id="4" name="AutoShape 3">
              <a:extLst>
                <a:ext uri="{FF2B5EF4-FFF2-40B4-BE49-F238E27FC236}">
                  <a16:creationId xmlns:a16="http://schemas.microsoft.com/office/drawing/2014/main" id="{612ECBDE-9643-48EF-8E16-FA94FAFB968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0" y="-6"/>
              <a:ext cx="764" cy="4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258DA2B-0258-4068-B848-38E28B8697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-6"/>
              <a:ext cx="764" cy="4770"/>
            </a:xfrm>
            <a:custGeom>
              <a:avLst/>
              <a:gdLst>
                <a:gd name="T0" fmla="*/ 300 w 3347"/>
                <a:gd name="T1" fmla="*/ 0 h 21000"/>
                <a:gd name="T2" fmla="*/ 0 w 3347"/>
                <a:gd name="T3" fmla="*/ 0 h 21000"/>
                <a:gd name="T4" fmla="*/ 0 w 3347"/>
                <a:gd name="T5" fmla="*/ 21000 h 21000"/>
                <a:gd name="T6" fmla="*/ 285 w 3347"/>
                <a:gd name="T7" fmla="*/ 21000 h 21000"/>
                <a:gd name="T8" fmla="*/ 300 w 3347"/>
                <a:gd name="T9" fmla="*/ 21000 h 21000"/>
                <a:gd name="T10" fmla="*/ 3347 w 3347"/>
                <a:gd name="T11" fmla="*/ 21000 h 21000"/>
                <a:gd name="T12" fmla="*/ 1051 w 3347"/>
                <a:gd name="T13" fmla="*/ 20755 h 21000"/>
                <a:gd name="T14" fmla="*/ 1051 w 3347"/>
                <a:gd name="T15" fmla="*/ 20755 h 21000"/>
                <a:gd name="T16" fmla="*/ 1051 w 3347"/>
                <a:gd name="T17" fmla="*/ 20755 h 21000"/>
                <a:gd name="T18" fmla="*/ 300 w 3347"/>
                <a:gd name="T19" fmla="*/ 20487 h 21000"/>
                <a:gd name="T20" fmla="*/ 300 w 3347"/>
                <a:gd name="T21" fmla="*/ 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47" h="21000">
                  <a:moveTo>
                    <a:pt x="300" y="0"/>
                  </a:moveTo>
                  <a:lnTo>
                    <a:pt x="0" y="0"/>
                  </a:lnTo>
                  <a:lnTo>
                    <a:pt x="0" y="21000"/>
                  </a:lnTo>
                  <a:lnTo>
                    <a:pt x="285" y="21000"/>
                  </a:lnTo>
                  <a:lnTo>
                    <a:pt x="300" y="21000"/>
                  </a:lnTo>
                  <a:lnTo>
                    <a:pt x="3347" y="21000"/>
                  </a:lnTo>
                  <a:cubicBezTo>
                    <a:pt x="2474" y="21000"/>
                    <a:pt x="1663" y="20908"/>
                    <a:pt x="1051" y="20755"/>
                  </a:cubicBezTo>
                  <a:lnTo>
                    <a:pt x="1051" y="20755"/>
                  </a:lnTo>
                  <a:lnTo>
                    <a:pt x="1051" y="20755"/>
                  </a:lnTo>
                  <a:cubicBezTo>
                    <a:pt x="752" y="20680"/>
                    <a:pt x="497" y="20591"/>
                    <a:pt x="300" y="20487"/>
                  </a:cubicBezTo>
                  <a:lnTo>
                    <a:pt x="3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" name="Group 8">
            <a:extLst>
              <a:ext uri="{FF2B5EF4-FFF2-40B4-BE49-F238E27FC236}">
                <a16:creationId xmlns:a16="http://schemas.microsoft.com/office/drawing/2014/main" id="{D2EE86E6-9436-4F9F-A1C2-ED39824E3DF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 flipV="1">
            <a:off x="9478963" y="-9525"/>
            <a:ext cx="1212850" cy="7572375"/>
            <a:chOff x="5971" y="-6"/>
            <a:chExt cx="764" cy="4770"/>
          </a:xfrm>
        </p:grpSpPr>
        <p:sp>
          <p:nvSpPr>
            <p:cNvPr id="11" name="AutoShape 7">
              <a:extLst>
                <a:ext uri="{FF2B5EF4-FFF2-40B4-BE49-F238E27FC236}">
                  <a16:creationId xmlns:a16="http://schemas.microsoft.com/office/drawing/2014/main" id="{3936FC5B-977A-4AEE-B915-CE1340107DB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5971" y="-6"/>
              <a:ext cx="764" cy="4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8021FF1D-01ED-4720-88D2-2CEEF62ABC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1" y="-6"/>
              <a:ext cx="764" cy="4770"/>
            </a:xfrm>
            <a:custGeom>
              <a:avLst/>
              <a:gdLst>
                <a:gd name="T0" fmla="*/ 300 w 3347"/>
                <a:gd name="T1" fmla="*/ 0 h 21000"/>
                <a:gd name="T2" fmla="*/ 0 w 3347"/>
                <a:gd name="T3" fmla="*/ 0 h 21000"/>
                <a:gd name="T4" fmla="*/ 0 w 3347"/>
                <a:gd name="T5" fmla="*/ 21000 h 21000"/>
                <a:gd name="T6" fmla="*/ 285 w 3347"/>
                <a:gd name="T7" fmla="*/ 21000 h 21000"/>
                <a:gd name="T8" fmla="*/ 300 w 3347"/>
                <a:gd name="T9" fmla="*/ 21000 h 21000"/>
                <a:gd name="T10" fmla="*/ 3347 w 3347"/>
                <a:gd name="T11" fmla="*/ 21000 h 21000"/>
                <a:gd name="T12" fmla="*/ 1051 w 3347"/>
                <a:gd name="T13" fmla="*/ 20755 h 21000"/>
                <a:gd name="T14" fmla="*/ 1051 w 3347"/>
                <a:gd name="T15" fmla="*/ 20755 h 21000"/>
                <a:gd name="T16" fmla="*/ 1051 w 3347"/>
                <a:gd name="T17" fmla="*/ 20755 h 21000"/>
                <a:gd name="T18" fmla="*/ 300 w 3347"/>
                <a:gd name="T19" fmla="*/ 20487 h 21000"/>
                <a:gd name="T20" fmla="*/ 300 w 3347"/>
                <a:gd name="T21" fmla="*/ 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47" h="21000">
                  <a:moveTo>
                    <a:pt x="300" y="0"/>
                  </a:moveTo>
                  <a:lnTo>
                    <a:pt x="0" y="0"/>
                  </a:lnTo>
                  <a:lnTo>
                    <a:pt x="0" y="21000"/>
                  </a:lnTo>
                  <a:lnTo>
                    <a:pt x="285" y="21000"/>
                  </a:lnTo>
                  <a:lnTo>
                    <a:pt x="300" y="21000"/>
                  </a:lnTo>
                  <a:lnTo>
                    <a:pt x="3347" y="21000"/>
                  </a:lnTo>
                  <a:cubicBezTo>
                    <a:pt x="2474" y="21000"/>
                    <a:pt x="1663" y="20908"/>
                    <a:pt x="1051" y="20755"/>
                  </a:cubicBezTo>
                  <a:lnTo>
                    <a:pt x="1051" y="20755"/>
                  </a:lnTo>
                  <a:lnTo>
                    <a:pt x="1051" y="20755"/>
                  </a:lnTo>
                  <a:cubicBezTo>
                    <a:pt x="752" y="20680"/>
                    <a:pt x="497" y="20591"/>
                    <a:pt x="300" y="20487"/>
                  </a:cubicBezTo>
                  <a:lnTo>
                    <a:pt x="3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776356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9F827B-CCBF-4AB7-8373-0E79DB2E9A71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3955E-4924-4548-9276-8C8D3E3DC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6333A0-6963-4A17-944E-E94414C3F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AC87F-A7A3-4EDF-82DB-2DCCA9155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963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9F827B-CCBF-4AB7-8373-0E79DB2E9A71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EC451E-99E5-4FEB-A972-1BDBA4B45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BB0941-8196-43CC-8BF7-A74A25891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9310A9A-09F1-4DF9-B413-CF3EE710B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1600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254209-CA6B-4D85-B512-FC79E6E3EAE8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732828A8-9C05-4178-B6FD-61350F5DFEB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>
            <a:off x="-20638" y="0"/>
            <a:ext cx="552451" cy="7570788"/>
            <a:chOff x="-13" y="0"/>
            <a:chExt cx="348" cy="4769"/>
          </a:xfrm>
        </p:grpSpPr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467E8B68-9EC0-4052-84CF-BF26445DA2B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-13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0D60405-CBF7-41FC-9AE3-D1131498CC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39CAF0DD-566A-4163-AF38-806C186850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6" name="Group 9">
            <a:extLst>
              <a:ext uri="{FF2B5EF4-FFF2-40B4-BE49-F238E27FC236}">
                <a16:creationId xmlns:a16="http://schemas.microsoft.com/office/drawing/2014/main" id="{C8543B36-FC5A-4388-9F02-18996A0A939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55238" y="0"/>
            <a:ext cx="552450" cy="7570788"/>
            <a:chOff x="6397" y="0"/>
            <a:chExt cx="348" cy="4769"/>
          </a:xfrm>
        </p:grpSpPr>
        <p:sp>
          <p:nvSpPr>
            <p:cNvPr id="17" name="AutoShape 8">
              <a:extLst>
                <a:ext uri="{FF2B5EF4-FFF2-40B4-BE49-F238E27FC236}">
                  <a16:creationId xmlns:a16="http://schemas.microsoft.com/office/drawing/2014/main" id="{2E17F4DB-0E00-4EAF-8C54-2890D6D88C8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397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922F4C94-1509-49C2-9296-443AD5FA0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3695B976-9388-40D2-AEBD-135C90F7C7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76D9F0C5-EF68-4370-909A-D3091C780019}"/>
              </a:ext>
            </a:extLst>
          </p:cNvPr>
          <p:cNvSpPr/>
          <p:nvPr userDrawn="1"/>
        </p:nvSpPr>
        <p:spPr>
          <a:xfrm>
            <a:off x="4567473" y="3064689"/>
            <a:ext cx="14663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imes New Roman" panose="02020603050405020304"/>
                <a:ea typeface="Arial Unicode MS" panose="020B0604020202020204" pitchFamily="34" charset="-128"/>
              </a:rPr>
              <a:t>*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F5D029E-38DA-42E0-AC2A-5BAA5EA164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79" y="177957"/>
            <a:ext cx="10016914" cy="501053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Topic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6C3172B-6F5F-455C-81F3-9F23555634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37031" y="6443365"/>
            <a:ext cx="6617751" cy="356134"/>
          </a:xfrm>
        </p:spPr>
        <p:txBody>
          <a:bodyPr>
            <a:noAutofit/>
          </a:bodyPr>
          <a:lstStyle>
            <a:lvl1pPr algn="ctr">
              <a:defRPr lang="en-US" sz="2000" b="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Name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242F94BA-9A66-43A5-BF21-60EB1D6395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7031" y="6799499"/>
            <a:ext cx="6617751" cy="356134"/>
          </a:xfrm>
        </p:spPr>
        <p:txBody>
          <a:bodyPr>
            <a:noAutofit/>
          </a:bodyPr>
          <a:lstStyle>
            <a:lvl1pPr algn="ctr">
              <a:defRPr lang="en-US" sz="1800" b="1" kern="1200" dirty="0">
                <a:solidFill>
                  <a:schemeClr val="accent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e-mail address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91708-AD44-4AF7-8D9B-BFCF367F973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31ABB-3514-4F75-847B-EB2B6D90AD9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732ED-076B-4F95-A3BD-6547EBE4FB9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6696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254209-CA6B-4D85-B512-FC79E6E3EAE8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F0450A0F-0B63-4B7C-9319-E3D6942E68B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>
            <a:off x="-20638" y="0"/>
            <a:ext cx="552451" cy="7570788"/>
            <a:chOff x="-13" y="0"/>
            <a:chExt cx="348" cy="4769"/>
          </a:xfrm>
        </p:grpSpPr>
        <p:sp>
          <p:nvSpPr>
            <p:cNvPr id="15" name="AutoShape 3">
              <a:extLst>
                <a:ext uri="{FF2B5EF4-FFF2-40B4-BE49-F238E27FC236}">
                  <a16:creationId xmlns:a16="http://schemas.microsoft.com/office/drawing/2014/main" id="{B05291BC-C98A-4B72-B6E2-04A233B14B58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-13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14B86D44-D592-4374-A23C-DE14A913C9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2E33351E-F2AF-446D-9519-A2F5E008BF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8" name="Group 9">
            <a:extLst>
              <a:ext uri="{FF2B5EF4-FFF2-40B4-BE49-F238E27FC236}">
                <a16:creationId xmlns:a16="http://schemas.microsoft.com/office/drawing/2014/main" id="{3C2740B2-16CF-4472-820D-AFA69817F15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55238" y="0"/>
            <a:ext cx="552450" cy="7570788"/>
            <a:chOff x="6397" y="0"/>
            <a:chExt cx="348" cy="4769"/>
          </a:xfrm>
        </p:grpSpPr>
        <p:sp>
          <p:nvSpPr>
            <p:cNvPr id="22" name="AutoShape 8">
              <a:extLst>
                <a:ext uri="{FF2B5EF4-FFF2-40B4-BE49-F238E27FC236}">
                  <a16:creationId xmlns:a16="http://schemas.microsoft.com/office/drawing/2014/main" id="{B64CD6AA-AC7B-494F-9998-B41AD172BFF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397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9B60B7ED-B364-49F5-AD97-2EC1CF5DAF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87BF8CAE-DB70-4178-8263-AB1CABD27A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40C9B641-CA36-4EBE-AEEA-8716C33DC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980" y="1060709"/>
            <a:ext cx="9252533" cy="106377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lang="en-US" sz="3000" b="1" i="0" u="none" kern="1200" baseline="0" dirty="0">
                <a:solidFill>
                  <a:srgbClr val="29292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EA9666A-AFAC-422E-A937-22369E83544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49144" y="2390114"/>
            <a:ext cx="8018463" cy="27341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Occasion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2EE5A-D214-4BF2-AA26-42B8B9B0CC4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DA143-3280-4CBD-B6B5-DFB428A54A1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ECD9F-6172-47BD-A87E-6951A41234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665EE97-9BD0-4A23-8CA2-16CC09E8840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61502" y="5389896"/>
            <a:ext cx="2188430" cy="100478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de-DE" sz="2400" b="0" kern="1200" baseline="0" dirty="0">
                <a:ln>
                  <a:noFill/>
                </a:ln>
                <a:solidFill>
                  <a:srgbClr val="292929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Logo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08903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(2 Logo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254209-CA6B-4D85-B512-FC79E6E3EAE8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F0450A0F-0B63-4B7C-9319-E3D6942E68B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>
            <a:off x="-20638" y="0"/>
            <a:ext cx="552451" cy="7570788"/>
            <a:chOff x="-13" y="0"/>
            <a:chExt cx="348" cy="4769"/>
          </a:xfrm>
        </p:grpSpPr>
        <p:sp>
          <p:nvSpPr>
            <p:cNvPr id="15" name="AutoShape 3">
              <a:extLst>
                <a:ext uri="{FF2B5EF4-FFF2-40B4-BE49-F238E27FC236}">
                  <a16:creationId xmlns:a16="http://schemas.microsoft.com/office/drawing/2014/main" id="{B05291BC-C98A-4B72-B6E2-04A233B14B58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-13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14B86D44-D592-4374-A23C-DE14A913C9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2E33351E-F2AF-446D-9519-A2F5E008BF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8" name="Group 9">
            <a:extLst>
              <a:ext uri="{FF2B5EF4-FFF2-40B4-BE49-F238E27FC236}">
                <a16:creationId xmlns:a16="http://schemas.microsoft.com/office/drawing/2014/main" id="{3C2740B2-16CF-4472-820D-AFA69817F15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55238" y="0"/>
            <a:ext cx="552450" cy="7570788"/>
            <a:chOff x="6397" y="0"/>
            <a:chExt cx="348" cy="4769"/>
          </a:xfrm>
        </p:grpSpPr>
        <p:sp>
          <p:nvSpPr>
            <p:cNvPr id="22" name="AutoShape 8">
              <a:extLst>
                <a:ext uri="{FF2B5EF4-FFF2-40B4-BE49-F238E27FC236}">
                  <a16:creationId xmlns:a16="http://schemas.microsoft.com/office/drawing/2014/main" id="{B64CD6AA-AC7B-494F-9998-B41AD172BFF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397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9B60B7ED-B364-49F5-AD97-2EC1CF5DAF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87BF8CAE-DB70-4178-8263-AB1CABD27A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40C9B641-CA36-4EBE-AEEA-8716C33DC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980" y="1060709"/>
            <a:ext cx="9252533" cy="106377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lang="en-US" sz="3000" b="1" i="0" u="none" kern="1200" baseline="0" dirty="0">
                <a:solidFill>
                  <a:srgbClr val="29292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EA9666A-AFAC-422E-A937-22369E83544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49144" y="2390114"/>
            <a:ext cx="8018463" cy="27341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Occasion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94EFA93-379C-4A76-A137-B80019D3FD2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27555" y="5389896"/>
            <a:ext cx="2188430" cy="100478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de-DE" sz="2400" b="0" kern="1200" baseline="0" dirty="0">
                <a:ln>
                  <a:noFill/>
                </a:ln>
                <a:solidFill>
                  <a:srgbClr val="292929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Logo</a:t>
            </a:r>
            <a:endParaRPr lang="de-DE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B5CF2E97-159A-43D8-AFBB-9AD46C505C1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470506" y="5389896"/>
            <a:ext cx="2188430" cy="100478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de-DE" sz="2400" b="0" kern="1200" baseline="0" dirty="0">
                <a:ln>
                  <a:noFill/>
                </a:ln>
                <a:solidFill>
                  <a:srgbClr val="292929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Logo</a:t>
            </a:r>
            <a:endParaRPr lang="de-D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16BF08-82E8-47FA-A1DE-A08452DA655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0EF158-118E-4698-B6C1-AA02E23B24B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49941-CFBE-41DF-A1BB-9F5AE97CE1A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2100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(3 Logo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254209-CA6B-4D85-B512-FC79E6E3EAE8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F0450A0F-0B63-4B7C-9319-E3D6942E68B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>
            <a:off x="-20638" y="0"/>
            <a:ext cx="552451" cy="7570788"/>
            <a:chOff x="-13" y="0"/>
            <a:chExt cx="348" cy="4769"/>
          </a:xfrm>
        </p:grpSpPr>
        <p:sp>
          <p:nvSpPr>
            <p:cNvPr id="15" name="AutoShape 3">
              <a:extLst>
                <a:ext uri="{FF2B5EF4-FFF2-40B4-BE49-F238E27FC236}">
                  <a16:creationId xmlns:a16="http://schemas.microsoft.com/office/drawing/2014/main" id="{B05291BC-C98A-4B72-B6E2-04A233B14B58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-13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14B86D44-D592-4374-A23C-DE14A913C9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2E33351E-F2AF-446D-9519-A2F5E008BF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8" name="Group 9">
            <a:extLst>
              <a:ext uri="{FF2B5EF4-FFF2-40B4-BE49-F238E27FC236}">
                <a16:creationId xmlns:a16="http://schemas.microsoft.com/office/drawing/2014/main" id="{3C2740B2-16CF-4472-820D-AFA69817F15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55238" y="0"/>
            <a:ext cx="552450" cy="7570788"/>
            <a:chOff x="6397" y="0"/>
            <a:chExt cx="348" cy="4769"/>
          </a:xfrm>
        </p:grpSpPr>
        <p:sp>
          <p:nvSpPr>
            <p:cNvPr id="22" name="AutoShape 8">
              <a:extLst>
                <a:ext uri="{FF2B5EF4-FFF2-40B4-BE49-F238E27FC236}">
                  <a16:creationId xmlns:a16="http://schemas.microsoft.com/office/drawing/2014/main" id="{B64CD6AA-AC7B-494F-9998-B41AD172BFF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397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9B60B7ED-B364-49F5-AD97-2EC1CF5DAF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87BF8CAE-DB70-4178-8263-AB1CABD27A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40C9B641-CA36-4EBE-AEEA-8716C33DC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980" y="1060709"/>
            <a:ext cx="9252533" cy="106377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lang="en-US" sz="3000" b="1" i="0" u="none" kern="1200" baseline="0" dirty="0">
                <a:solidFill>
                  <a:srgbClr val="29292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EA9666A-AFAC-422E-A937-22369E83544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49144" y="2390114"/>
            <a:ext cx="8018463" cy="27341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Occasion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FB97CE5-47EC-47E0-865D-316EF7CEEA8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80647" y="5389896"/>
            <a:ext cx="2188430" cy="100478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de-DE" sz="2400" b="0" kern="1200" baseline="0" dirty="0">
                <a:ln>
                  <a:noFill/>
                </a:ln>
                <a:solidFill>
                  <a:srgbClr val="292929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Logo</a:t>
            </a:r>
            <a:endParaRPr lang="de-DE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43BCEBAC-D760-45A0-B6FE-A0CAA854138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64160" y="5389896"/>
            <a:ext cx="2188430" cy="100478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de-DE" sz="2400" b="0" kern="1200" baseline="0" dirty="0">
                <a:ln>
                  <a:noFill/>
                </a:ln>
                <a:solidFill>
                  <a:srgbClr val="292929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Logo</a:t>
            </a:r>
            <a:endParaRPr lang="de-DE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CAA56FAB-EF7F-414F-A0CF-84EA375EB9F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747673" y="5389895"/>
            <a:ext cx="2188430" cy="100478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de-DE" sz="2400" b="0" kern="1200" baseline="0" dirty="0">
                <a:ln>
                  <a:noFill/>
                </a:ln>
                <a:solidFill>
                  <a:srgbClr val="292929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Logo</a:t>
            </a:r>
            <a:endParaRPr lang="de-D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5DFC30-B393-480C-9F6C-2A94EDB521FD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E6C414-5B3E-4BD9-9B36-FA43726C2E4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0875A-FB04-4EA7-80B8-7DE2BC4739F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4753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254209-CA6B-4D85-B512-FC79E6E3EAE8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FC0842C-C16F-4154-A7F5-3FBA9AF5CAC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>
            <a:off x="-20638" y="0"/>
            <a:ext cx="552451" cy="7570788"/>
            <a:chOff x="-13" y="0"/>
            <a:chExt cx="348" cy="4769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8E5F7248-3739-454E-9484-7C169D89C5A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-13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32D00A8-596F-4CBD-8F14-A0BBECDA1B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413CCB0-7DF9-4E95-8096-C0D9FD556B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5" name="Group 9">
            <a:extLst>
              <a:ext uri="{FF2B5EF4-FFF2-40B4-BE49-F238E27FC236}">
                <a16:creationId xmlns:a16="http://schemas.microsoft.com/office/drawing/2014/main" id="{5E252940-55D2-4A78-AB16-BB4E7884B9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55238" y="0"/>
            <a:ext cx="552450" cy="7570788"/>
            <a:chOff x="6397" y="0"/>
            <a:chExt cx="348" cy="4769"/>
          </a:xfrm>
        </p:grpSpPr>
        <p:sp>
          <p:nvSpPr>
            <p:cNvPr id="16" name="AutoShape 8">
              <a:extLst>
                <a:ext uri="{FF2B5EF4-FFF2-40B4-BE49-F238E27FC236}">
                  <a16:creationId xmlns:a16="http://schemas.microsoft.com/office/drawing/2014/main" id="{8B73D5AE-23B8-4A40-9E04-7EBC3AD9B392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397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199F57C2-A163-41A3-B77D-58473BB3CC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F675A1D2-8F30-4C6D-920D-98FF352DAD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" name="Title 3">
            <a:extLst>
              <a:ext uri="{FF2B5EF4-FFF2-40B4-BE49-F238E27FC236}">
                <a16:creationId xmlns:a16="http://schemas.microsoft.com/office/drawing/2014/main" id="{A833C6DD-B6F9-4C2D-8678-BD156CFC7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79" y="424791"/>
            <a:ext cx="10016914" cy="52147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74FDF90-F2BC-4A3E-8896-5B8EAD5B42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37030" y="1615504"/>
            <a:ext cx="6617752" cy="4893938"/>
          </a:xfrm>
          <a:prstGeom prst="rect">
            <a:avLst/>
          </a:prstGeom>
        </p:spPr>
        <p:txBody>
          <a:bodyPr anchor="t"/>
          <a:lstStyle>
            <a:lvl1pPr>
              <a:spcBef>
                <a:spcPts val="2600"/>
              </a:spcBef>
              <a:defRPr/>
            </a:lvl1pPr>
          </a:lstStyle>
          <a:p>
            <a:pPr lvl="0"/>
            <a:r>
              <a:rPr lang="en-US" dirty="0"/>
              <a:t>Section content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EE6F7-E83A-47C9-9894-03B75F362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3D358-32FB-4018-A788-80E68F553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8D92A-4566-4B51-809C-6526773D6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6496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4">
            <a:extLst>
              <a:ext uri="{FF2B5EF4-FFF2-40B4-BE49-F238E27FC236}">
                <a16:creationId xmlns:a16="http://schemas.microsoft.com/office/drawing/2014/main" id="{57540A68-BE06-4BBD-BC76-3F5E114A5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61" y="415739"/>
            <a:ext cx="9915265" cy="521479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endParaRPr lang="en-US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BF0B48A5-8AF4-4CBE-B8B7-14D416C8FC52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24220" y="1204113"/>
            <a:ext cx="8843374" cy="57217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1759D831-E4BA-4604-A40E-17A9046827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DE529981-ECC2-4CC4-A3CC-B2B02237531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F0ABE191-2803-42E9-AC08-823CF7D4A32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3859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27">
            <a:extLst>
              <a:ext uri="{FF2B5EF4-FFF2-40B4-BE49-F238E27FC236}">
                <a16:creationId xmlns:a16="http://schemas.microsoft.com/office/drawing/2014/main" id="{6014A369-3B04-4A24-9F24-032EB9383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61" y="415739"/>
            <a:ext cx="9915265" cy="521479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BFB4479-0F34-4CE0-9BDA-8CEE0C457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220" y="1204115"/>
            <a:ext cx="4353950" cy="5721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D089B9-5AE1-4ECD-928C-A03D33BA2FE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5413644" y="1204114"/>
            <a:ext cx="4353950" cy="5721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05191F5-9B1C-4092-B210-BE54571D76E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89142FCA-DEA9-4513-8131-EC44F5C62D5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498FAA4-CD4D-4F67-BCF3-E418C239A98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1813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,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27">
            <a:extLst>
              <a:ext uri="{FF2B5EF4-FFF2-40B4-BE49-F238E27FC236}">
                <a16:creationId xmlns:a16="http://schemas.microsoft.com/office/drawing/2014/main" id="{6014A369-3B04-4A24-9F24-032EB9383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61" y="415739"/>
            <a:ext cx="9915265" cy="521479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BFB4479-0F34-4CE0-9BDA-8CEE0C457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220" y="1204115"/>
            <a:ext cx="4353950" cy="5721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05191F5-9B1C-4092-B210-BE54571D76E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89142FCA-DEA9-4513-8131-EC44F5C62D5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498FAA4-CD4D-4F67-BCF3-E418C239A98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574F1EAA-48AC-4DB2-AE65-717613102F4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413375" y="1204113"/>
            <a:ext cx="4354513" cy="572214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124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,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27">
            <a:extLst>
              <a:ext uri="{FF2B5EF4-FFF2-40B4-BE49-F238E27FC236}">
                <a16:creationId xmlns:a16="http://schemas.microsoft.com/office/drawing/2014/main" id="{6014A369-3B04-4A24-9F24-032EB9383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61" y="415739"/>
            <a:ext cx="9915265" cy="521479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D089B9-5AE1-4ECD-928C-A03D33BA2FE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5413644" y="1204114"/>
            <a:ext cx="4353950" cy="5721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05191F5-9B1C-4092-B210-BE54571D76E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89142FCA-DEA9-4513-8131-EC44F5C62D5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498FAA4-CD4D-4F67-BCF3-E418C239A98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C40A97E-2F3E-49F4-8EA3-502B0BABDBD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23328" y="1204114"/>
            <a:ext cx="4354513" cy="572214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8317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27">
            <a:extLst>
              <a:ext uri="{FF2B5EF4-FFF2-40B4-BE49-F238E27FC236}">
                <a16:creationId xmlns:a16="http://schemas.microsoft.com/office/drawing/2014/main" id="{6014A369-3B04-4A24-9F24-032EB9383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61" y="415739"/>
            <a:ext cx="9915265" cy="521479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05191F5-9B1C-4092-B210-BE54571D76E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89142FCA-DEA9-4513-8131-EC44F5C62D5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498FAA4-CD4D-4F67-BCF3-E418C239A98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C40A97E-2F3E-49F4-8EA3-502B0BABDBD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23328" y="1204114"/>
            <a:ext cx="4354513" cy="5722149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5ECEE2FA-8E03-4AEF-8C34-EBC29C9E967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413644" y="1204114"/>
            <a:ext cx="4354513" cy="572214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657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27">
            <a:extLst>
              <a:ext uri="{FF2B5EF4-FFF2-40B4-BE49-F238E27FC236}">
                <a16:creationId xmlns:a16="http://schemas.microsoft.com/office/drawing/2014/main" id="{6014A369-3B04-4A24-9F24-032EB9383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61" y="415739"/>
            <a:ext cx="9915265" cy="521479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05191F5-9B1C-4092-B210-BE54571D76E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89142FCA-DEA9-4513-8131-EC44F5C62D5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498FAA4-CD4D-4F67-BCF3-E418C239A98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C40A97E-2F3E-49F4-8EA3-502B0BABDBD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23328" y="1204114"/>
            <a:ext cx="8844264" cy="572214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657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7">
            <a:extLst>
              <a:ext uri="{FF2B5EF4-FFF2-40B4-BE49-F238E27FC236}">
                <a16:creationId xmlns:a16="http://schemas.microsoft.com/office/drawing/2014/main" id="{688CF4F7-7191-45FD-90B3-51B23F908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61" y="415739"/>
            <a:ext cx="9915265" cy="521479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E5FCBA4-B73C-4680-BE87-7F48A2B69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220" y="2227155"/>
            <a:ext cx="2887289" cy="4106576"/>
          </a:xfrm>
          <a:prstGeom prst="rect">
            <a:avLst/>
          </a:prstGeom>
        </p:spPr>
        <p:txBody>
          <a:bodyPr anchor="b"/>
          <a:lstStyle>
            <a:lvl1pPr algn="r">
              <a:defRPr sz="2200"/>
            </a:lvl1pPr>
            <a:lvl2pPr algn="r">
              <a:defRPr sz="2000"/>
            </a:lvl2pPr>
            <a:lvl3pPr algn="r">
              <a:defRPr sz="1800"/>
            </a:lvl3pPr>
            <a:lvl4pPr algn="r">
              <a:defRPr sz="1800"/>
            </a:lvl4pPr>
            <a:lvl5pPr algn="r"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59438F9-7EFD-495E-A19F-897E8C6AC78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983525" y="1204113"/>
            <a:ext cx="5784069" cy="57217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CC5347D-9677-4D90-9523-4EA08079205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DB3E096-5697-495C-B188-86907520C01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B6C2D32-C7F1-4008-91A5-77445BAA482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153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7">
            <a:extLst>
              <a:ext uri="{FF2B5EF4-FFF2-40B4-BE49-F238E27FC236}">
                <a16:creationId xmlns:a16="http://schemas.microsoft.com/office/drawing/2014/main" id="{688CF4F7-7191-45FD-90B3-51B23F908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61" y="415739"/>
            <a:ext cx="9915265" cy="521479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E5FCBA4-B73C-4680-BE87-7F48A2B69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220" y="2227155"/>
            <a:ext cx="2887289" cy="4106576"/>
          </a:xfrm>
          <a:prstGeom prst="rect">
            <a:avLst/>
          </a:prstGeom>
        </p:spPr>
        <p:txBody>
          <a:bodyPr anchor="b"/>
          <a:lstStyle>
            <a:lvl1pPr algn="r">
              <a:defRPr sz="2200"/>
            </a:lvl1pPr>
            <a:lvl2pPr algn="r">
              <a:defRPr sz="2000"/>
            </a:lvl2pPr>
            <a:lvl3pPr algn="r">
              <a:defRPr sz="1800"/>
            </a:lvl3pPr>
            <a:lvl4pPr algn="r">
              <a:defRPr sz="1800"/>
            </a:lvl4pPr>
            <a:lvl5pPr algn="r"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CC5347D-9677-4D90-9523-4EA08079205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DB3E096-5697-495C-B188-86907520C01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B6C2D32-C7F1-4008-91A5-77445BAA482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478E0F07-16D9-4E7B-BAC1-799F04A2575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83522" y="1204114"/>
            <a:ext cx="5784069" cy="572214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083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o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7">
            <a:extLst>
              <a:ext uri="{FF2B5EF4-FFF2-40B4-BE49-F238E27FC236}">
                <a16:creationId xmlns:a16="http://schemas.microsoft.com/office/drawing/2014/main" id="{A1D15CFF-5B68-4F99-88EE-BE0F1799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61" y="415739"/>
            <a:ext cx="9915265" cy="52147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186466A-D049-4705-BAED-B258BB24C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220" y="1204114"/>
            <a:ext cx="8843372" cy="57217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9BBB5CA4-9B12-446C-80FA-DF2199331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1E10D7B7-4325-4E77-AB6E-845F7EE09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330B6570-A570-4173-BE89-19514212C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2F04F069-DA86-4891-B1C7-DD9E71C1D70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V="1">
            <a:off x="0" y="-9525"/>
            <a:ext cx="1212850" cy="7572375"/>
            <a:chOff x="0" y="-6"/>
            <a:chExt cx="764" cy="4770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1CD19621-7807-482B-84AB-06AE015506D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0" y="-6"/>
              <a:ext cx="764" cy="477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9C30577E-50B2-4A52-9163-32C7A3BF6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-6"/>
              <a:ext cx="764" cy="4770"/>
            </a:xfrm>
            <a:custGeom>
              <a:avLst/>
              <a:gdLst>
                <a:gd name="T0" fmla="*/ 300 w 3347"/>
                <a:gd name="T1" fmla="*/ 0 h 21000"/>
                <a:gd name="T2" fmla="*/ 0 w 3347"/>
                <a:gd name="T3" fmla="*/ 0 h 21000"/>
                <a:gd name="T4" fmla="*/ 0 w 3347"/>
                <a:gd name="T5" fmla="*/ 21000 h 21000"/>
                <a:gd name="T6" fmla="*/ 285 w 3347"/>
                <a:gd name="T7" fmla="*/ 21000 h 21000"/>
                <a:gd name="T8" fmla="*/ 300 w 3347"/>
                <a:gd name="T9" fmla="*/ 21000 h 21000"/>
                <a:gd name="T10" fmla="*/ 3347 w 3347"/>
                <a:gd name="T11" fmla="*/ 21000 h 21000"/>
                <a:gd name="T12" fmla="*/ 1051 w 3347"/>
                <a:gd name="T13" fmla="*/ 20755 h 21000"/>
                <a:gd name="T14" fmla="*/ 1051 w 3347"/>
                <a:gd name="T15" fmla="*/ 20755 h 21000"/>
                <a:gd name="T16" fmla="*/ 1051 w 3347"/>
                <a:gd name="T17" fmla="*/ 20755 h 21000"/>
                <a:gd name="T18" fmla="*/ 300 w 3347"/>
                <a:gd name="T19" fmla="*/ 20487 h 21000"/>
                <a:gd name="T20" fmla="*/ 300 w 3347"/>
                <a:gd name="T21" fmla="*/ 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47" h="21000">
                  <a:moveTo>
                    <a:pt x="300" y="0"/>
                  </a:moveTo>
                  <a:lnTo>
                    <a:pt x="0" y="0"/>
                  </a:lnTo>
                  <a:lnTo>
                    <a:pt x="0" y="21000"/>
                  </a:lnTo>
                  <a:lnTo>
                    <a:pt x="285" y="21000"/>
                  </a:lnTo>
                  <a:lnTo>
                    <a:pt x="300" y="21000"/>
                  </a:lnTo>
                  <a:lnTo>
                    <a:pt x="3347" y="21000"/>
                  </a:lnTo>
                  <a:cubicBezTo>
                    <a:pt x="2474" y="21000"/>
                    <a:pt x="1663" y="20908"/>
                    <a:pt x="1051" y="20755"/>
                  </a:cubicBezTo>
                  <a:lnTo>
                    <a:pt x="1051" y="20755"/>
                  </a:lnTo>
                  <a:lnTo>
                    <a:pt x="1051" y="20755"/>
                  </a:lnTo>
                  <a:cubicBezTo>
                    <a:pt x="752" y="20680"/>
                    <a:pt x="497" y="20591"/>
                    <a:pt x="300" y="20487"/>
                  </a:cubicBezTo>
                  <a:lnTo>
                    <a:pt x="3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B130B808-63C9-4F9D-8B6D-F5AAD771BDC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 flipV="1">
            <a:off x="9478963" y="-9525"/>
            <a:ext cx="1212850" cy="7572375"/>
            <a:chOff x="5971" y="-6"/>
            <a:chExt cx="764" cy="4770"/>
          </a:xfrm>
        </p:grpSpPr>
        <p:sp>
          <p:nvSpPr>
            <p:cNvPr id="6" name="AutoShape 7">
              <a:extLst>
                <a:ext uri="{FF2B5EF4-FFF2-40B4-BE49-F238E27FC236}">
                  <a16:creationId xmlns:a16="http://schemas.microsoft.com/office/drawing/2014/main" id="{B47BED17-96AF-4717-912D-855BCDF79E4C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5971" y="-6"/>
              <a:ext cx="764" cy="4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6087822B-E412-4226-AFC6-0D4FD7EF4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1" y="-6"/>
              <a:ext cx="764" cy="4770"/>
            </a:xfrm>
            <a:custGeom>
              <a:avLst/>
              <a:gdLst>
                <a:gd name="T0" fmla="*/ 300 w 3347"/>
                <a:gd name="T1" fmla="*/ 0 h 21000"/>
                <a:gd name="T2" fmla="*/ 0 w 3347"/>
                <a:gd name="T3" fmla="*/ 0 h 21000"/>
                <a:gd name="T4" fmla="*/ 0 w 3347"/>
                <a:gd name="T5" fmla="*/ 21000 h 21000"/>
                <a:gd name="T6" fmla="*/ 285 w 3347"/>
                <a:gd name="T7" fmla="*/ 21000 h 21000"/>
                <a:gd name="T8" fmla="*/ 300 w 3347"/>
                <a:gd name="T9" fmla="*/ 21000 h 21000"/>
                <a:gd name="T10" fmla="*/ 3347 w 3347"/>
                <a:gd name="T11" fmla="*/ 21000 h 21000"/>
                <a:gd name="T12" fmla="*/ 1051 w 3347"/>
                <a:gd name="T13" fmla="*/ 20755 h 21000"/>
                <a:gd name="T14" fmla="*/ 1051 w 3347"/>
                <a:gd name="T15" fmla="*/ 20755 h 21000"/>
                <a:gd name="T16" fmla="*/ 1051 w 3347"/>
                <a:gd name="T17" fmla="*/ 20755 h 21000"/>
                <a:gd name="T18" fmla="*/ 300 w 3347"/>
                <a:gd name="T19" fmla="*/ 20487 h 21000"/>
                <a:gd name="T20" fmla="*/ 300 w 3347"/>
                <a:gd name="T21" fmla="*/ 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47" h="21000">
                  <a:moveTo>
                    <a:pt x="300" y="0"/>
                  </a:moveTo>
                  <a:lnTo>
                    <a:pt x="0" y="0"/>
                  </a:lnTo>
                  <a:lnTo>
                    <a:pt x="0" y="21000"/>
                  </a:lnTo>
                  <a:lnTo>
                    <a:pt x="285" y="21000"/>
                  </a:lnTo>
                  <a:lnTo>
                    <a:pt x="300" y="21000"/>
                  </a:lnTo>
                  <a:lnTo>
                    <a:pt x="3347" y="21000"/>
                  </a:lnTo>
                  <a:cubicBezTo>
                    <a:pt x="2474" y="21000"/>
                    <a:pt x="1663" y="20908"/>
                    <a:pt x="1051" y="20755"/>
                  </a:cubicBezTo>
                  <a:lnTo>
                    <a:pt x="1051" y="20755"/>
                  </a:lnTo>
                  <a:lnTo>
                    <a:pt x="1051" y="20755"/>
                  </a:lnTo>
                  <a:cubicBezTo>
                    <a:pt x="752" y="20680"/>
                    <a:pt x="497" y="20591"/>
                    <a:pt x="300" y="20487"/>
                  </a:cubicBezTo>
                  <a:lnTo>
                    <a:pt x="3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938297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9F827B-CCBF-4AB7-8373-0E79DB2E9A71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9DFDB5-2CC2-4586-A11F-8968E070E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227F1-4A4A-4BB4-8294-746B8925D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9BF10-6296-4C55-AC20-46AF4997E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7970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9F827B-CCBF-4AB7-8373-0E79DB2E9A71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51908-8311-432A-B1FB-21DD95C20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8DD9E-5A3B-45C1-B37F-ACD1D807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09056-3EC5-43A4-B0CF-93BE1B0B1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7173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254209-CA6B-4D85-B512-FC79E6E3EAE8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4">
            <a:extLst>
              <a:ext uri="{FF2B5EF4-FFF2-40B4-BE49-F238E27FC236}">
                <a16:creationId xmlns:a16="http://schemas.microsoft.com/office/drawing/2014/main" id="{1A343F57-7B18-40CA-A91C-CC9C5215603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>
            <a:off x="-20638" y="0"/>
            <a:ext cx="552451" cy="7570788"/>
            <a:chOff x="-13" y="0"/>
            <a:chExt cx="348" cy="4769"/>
          </a:xfrm>
        </p:grpSpPr>
        <p:sp>
          <p:nvSpPr>
            <p:cNvPr id="16" name="AutoShape 3">
              <a:extLst>
                <a:ext uri="{FF2B5EF4-FFF2-40B4-BE49-F238E27FC236}">
                  <a16:creationId xmlns:a16="http://schemas.microsoft.com/office/drawing/2014/main" id="{1A4B2C24-7B54-4E1C-83F4-C85AA7092BBA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-13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68A15DD8-8185-4E8B-93D5-69D50FC025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872C0520-53AA-43BA-A8C4-6543EEE4F7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2" name="Group 9">
            <a:extLst>
              <a:ext uri="{FF2B5EF4-FFF2-40B4-BE49-F238E27FC236}">
                <a16:creationId xmlns:a16="http://schemas.microsoft.com/office/drawing/2014/main" id="{03256E1F-C708-476B-946E-A7FE024456A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55238" y="0"/>
            <a:ext cx="552450" cy="7570788"/>
            <a:chOff x="6397" y="0"/>
            <a:chExt cx="348" cy="4769"/>
          </a:xfrm>
        </p:grpSpPr>
        <p:sp>
          <p:nvSpPr>
            <p:cNvPr id="24" name="AutoShape 8">
              <a:extLst>
                <a:ext uri="{FF2B5EF4-FFF2-40B4-BE49-F238E27FC236}">
                  <a16:creationId xmlns:a16="http://schemas.microsoft.com/office/drawing/2014/main" id="{DE4415F9-0279-4059-B634-8B8F1288A9D2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397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B4D4C139-866D-4307-B3A8-EDC0B5DC04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410FBE20-1D49-4868-B407-1EEC74D8DD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76D9F0C5-EF68-4370-909A-D3091C780019}"/>
              </a:ext>
            </a:extLst>
          </p:cNvPr>
          <p:cNvSpPr/>
          <p:nvPr userDrawn="1"/>
        </p:nvSpPr>
        <p:spPr>
          <a:xfrm>
            <a:off x="4567473" y="3064689"/>
            <a:ext cx="14663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imes New Roman" panose="02020603050405020304"/>
                <a:ea typeface="Arial Unicode MS" panose="020B0604020202020204" pitchFamily="34" charset="-128"/>
              </a:rPr>
              <a:t>*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CD391C9A-8CD1-4244-8231-03F125189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79" y="415738"/>
            <a:ext cx="10016914" cy="521480"/>
          </a:xfrm>
        </p:spPr>
        <p:txBody>
          <a:bodyPr/>
          <a:lstStyle>
            <a:lvl1pPr algn="ctr">
              <a:defRPr b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BF00A82-6C03-433E-A277-9DA63B6BA0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37031" y="6443365"/>
            <a:ext cx="6617751" cy="35613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lang="en-US" sz="2000" b="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Name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92C614F9-A924-4C5F-9F49-6A9F1CA9ED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7031" y="6799499"/>
            <a:ext cx="6617751" cy="35613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lang="en-US" sz="1800" b="1" kern="1200" dirty="0">
                <a:solidFill>
                  <a:schemeClr val="accent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e-mail address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A27CF-E160-4205-BC53-D5D19A438FE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E8514-A66C-4386-9523-61B629E7BEA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792D6-A232-4FA4-A519-8EB5342E9C5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94591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BC0A83-D6A5-4DC7-A839-EBFFB201C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45" y="177957"/>
            <a:ext cx="10248181" cy="501053"/>
          </a:xfrm>
          <a:prstGeom prst="rect">
            <a:avLst/>
          </a:prstGeom>
        </p:spPr>
        <p:txBody>
          <a:bodyPr vert="horz" lIns="91440" tIns="45720" rIns="91440" bIns="4680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703EE-5097-48A1-9F45-C455314F5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4220" y="1584356"/>
            <a:ext cx="8843372" cy="5381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22922-324C-4B51-91F2-B23498A3DD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17328" y="7328843"/>
            <a:ext cx="850264" cy="2308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000" kern="120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29508-795D-4F2F-B806-FBDF693025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90593" y="7180094"/>
            <a:ext cx="7910628" cy="2308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lang="en-US" sz="100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B1418-7DCD-4789-82E8-E00D4D0455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8200" y="7180094"/>
            <a:ext cx="429392" cy="2308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000" kern="120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47AF85C4-EBAA-4772-81E3-DE90D1FD629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0" y="0"/>
            <a:ext cx="1212850" cy="7570788"/>
            <a:chOff x="0" y="0"/>
            <a:chExt cx="764" cy="4769"/>
          </a:xfrm>
        </p:grpSpPr>
        <p:sp>
          <p:nvSpPr>
            <p:cNvPr id="11" name="AutoShape 3">
              <a:extLst>
                <a:ext uri="{FF2B5EF4-FFF2-40B4-BE49-F238E27FC236}">
                  <a16:creationId xmlns:a16="http://schemas.microsoft.com/office/drawing/2014/main" id="{62BD0F04-AF8F-43A0-81B1-40E33659F571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0" y="0"/>
              <a:ext cx="764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733FAB3E-48C0-48F4-A492-AE1D15D78E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0"/>
              <a:ext cx="764" cy="4769"/>
            </a:xfrm>
            <a:custGeom>
              <a:avLst/>
              <a:gdLst>
                <a:gd name="T0" fmla="*/ 300 w 3347"/>
                <a:gd name="T1" fmla="*/ 0 h 21000"/>
                <a:gd name="T2" fmla="*/ 0 w 3347"/>
                <a:gd name="T3" fmla="*/ 0 h 21000"/>
                <a:gd name="T4" fmla="*/ 0 w 3347"/>
                <a:gd name="T5" fmla="*/ 21000 h 21000"/>
                <a:gd name="T6" fmla="*/ 285 w 3347"/>
                <a:gd name="T7" fmla="*/ 21000 h 21000"/>
                <a:gd name="T8" fmla="*/ 300 w 3347"/>
                <a:gd name="T9" fmla="*/ 21000 h 21000"/>
                <a:gd name="T10" fmla="*/ 3347 w 3347"/>
                <a:gd name="T11" fmla="*/ 21000 h 21000"/>
                <a:gd name="T12" fmla="*/ 1051 w 3347"/>
                <a:gd name="T13" fmla="*/ 20755 h 21000"/>
                <a:gd name="T14" fmla="*/ 1051 w 3347"/>
                <a:gd name="T15" fmla="*/ 20755 h 21000"/>
                <a:gd name="T16" fmla="*/ 1051 w 3347"/>
                <a:gd name="T17" fmla="*/ 20755 h 21000"/>
                <a:gd name="T18" fmla="*/ 300 w 3347"/>
                <a:gd name="T19" fmla="*/ 20487 h 21000"/>
                <a:gd name="T20" fmla="*/ 300 w 3347"/>
                <a:gd name="T21" fmla="*/ 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47" h="21000">
                  <a:moveTo>
                    <a:pt x="300" y="0"/>
                  </a:moveTo>
                  <a:lnTo>
                    <a:pt x="0" y="0"/>
                  </a:lnTo>
                  <a:lnTo>
                    <a:pt x="0" y="21000"/>
                  </a:lnTo>
                  <a:lnTo>
                    <a:pt x="285" y="21000"/>
                  </a:lnTo>
                  <a:lnTo>
                    <a:pt x="300" y="21000"/>
                  </a:lnTo>
                  <a:lnTo>
                    <a:pt x="3347" y="21000"/>
                  </a:lnTo>
                  <a:cubicBezTo>
                    <a:pt x="2474" y="21000"/>
                    <a:pt x="1663" y="20908"/>
                    <a:pt x="1051" y="20755"/>
                  </a:cubicBezTo>
                  <a:lnTo>
                    <a:pt x="1051" y="20755"/>
                  </a:lnTo>
                  <a:lnTo>
                    <a:pt x="1051" y="20755"/>
                  </a:lnTo>
                  <a:cubicBezTo>
                    <a:pt x="752" y="20680"/>
                    <a:pt x="497" y="20591"/>
                    <a:pt x="300" y="20487"/>
                  </a:cubicBezTo>
                  <a:lnTo>
                    <a:pt x="3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3" name="Group 8">
            <a:extLst>
              <a:ext uri="{FF2B5EF4-FFF2-40B4-BE49-F238E27FC236}">
                <a16:creationId xmlns:a16="http://schemas.microsoft.com/office/drawing/2014/main" id="{E2B82F66-F89A-4B95-9B4A-ED05F32B17B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>
            <a:off x="9478963" y="0"/>
            <a:ext cx="1212850" cy="7570788"/>
            <a:chOff x="5971" y="0"/>
            <a:chExt cx="764" cy="4769"/>
          </a:xfrm>
          <a:noFill/>
        </p:grpSpPr>
        <p:sp>
          <p:nvSpPr>
            <p:cNvPr id="14" name="AutoShape 7">
              <a:extLst>
                <a:ext uri="{FF2B5EF4-FFF2-40B4-BE49-F238E27FC236}">
                  <a16:creationId xmlns:a16="http://schemas.microsoft.com/office/drawing/2014/main" id="{43EF8FEE-69B3-4E23-812E-54081C048415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5971" y="0"/>
              <a:ext cx="764" cy="476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267613AD-6B03-471B-A4ED-C689BA280F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1" y="0"/>
              <a:ext cx="764" cy="4769"/>
            </a:xfrm>
            <a:custGeom>
              <a:avLst/>
              <a:gdLst>
                <a:gd name="T0" fmla="*/ 300 w 3347"/>
                <a:gd name="T1" fmla="*/ 0 h 21000"/>
                <a:gd name="T2" fmla="*/ 0 w 3347"/>
                <a:gd name="T3" fmla="*/ 0 h 21000"/>
                <a:gd name="T4" fmla="*/ 0 w 3347"/>
                <a:gd name="T5" fmla="*/ 21000 h 21000"/>
                <a:gd name="T6" fmla="*/ 285 w 3347"/>
                <a:gd name="T7" fmla="*/ 21000 h 21000"/>
                <a:gd name="T8" fmla="*/ 300 w 3347"/>
                <a:gd name="T9" fmla="*/ 21000 h 21000"/>
                <a:gd name="T10" fmla="*/ 3347 w 3347"/>
                <a:gd name="T11" fmla="*/ 21000 h 21000"/>
                <a:gd name="T12" fmla="*/ 1051 w 3347"/>
                <a:gd name="T13" fmla="*/ 20755 h 21000"/>
                <a:gd name="T14" fmla="*/ 1051 w 3347"/>
                <a:gd name="T15" fmla="*/ 20755 h 21000"/>
                <a:gd name="T16" fmla="*/ 1051 w 3347"/>
                <a:gd name="T17" fmla="*/ 20755 h 21000"/>
                <a:gd name="T18" fmla="*/ 300 w 3347"/>
                <a:gd name="T19" fmla="*/ 20487 h 21000"/>
                <a:gd name="T20" fmla="*/ 300 w 3347"/>
                <a:gd name="T21" fmla="*/ 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47" h="21000">
                  <a:moveTo>
                    <a:pt x="300" y="0"/>
                  </a:moveTo>
                  <a:lnTo>
                    <a:pt x="0" y="0"/>
                  </a:lnTo>
                  <a:lnTo>
                    <a:pt x="0" y="21000"/>
                  </a:lnTo>
                  <a:lnTo>
                    <a:pt x="285" y="21000"/>
                  </a:lnTo>
                  <a:lnTo>
                    <a:pt x="300" y="21000"/>
                  </a:lnTo>
                  <a:lnTo>
                    <a:pt x="3347" y="21000"/>
                  </a:lnTo>
                  <a:cubicBezTo>
                    <a:pt x="2474" y="21000"/>
                    <a:pt x="1663" y="20908"/>
                    <a:pt x="1051" y="20755"/>
                  </a:cubicBezTo>
                  <a:lnTo>
                    <a:pt x="1051" y="20755"/>
                  </a:lnTo>
                  <a:lnTo>
                    <a:pt x="1051" y="20755"/>
                  </a:lnTo>
                  <a:cubicBezTo>
                    <a:pt x="752" y="20680"/>
                    <a:pt x="497" y="20591"/>
                    <a:pt x="300" y="20487"/>
                  </a:cubicBezTo>
                  <a:lnTo>
                    <a:pt x="3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20865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07" r:id="rId2"/>
    <p:sldLayoutId id="2147483708" r:id="rId3"/>
    <p:sldLayoutId id="2147483680" r:id="rId4"/>
    <p:sldLayoutId id="2147483686" r:id="rId5"/>
    <p:sldLayoutId id="2147483681" r:id="rId6"/>
    <p:sldLayoutId id="2147483697" r:id="rId7"/>
    <p:sldLayoutId id="2147483698" r:id="rId8"/>
    <p:sldLayoutId id="2147483703" r:id="rId9"/>
    <p:sldLayoutId id="2147483704" r:id="rId10"/>
    <p:sldLayoutId id="2147483684" r:id="rId11"/>
    <p:sldLayoutId id="2147483699" r:id="rId12"/>
    <p:sldLayoutId id="2147483683" r:id="rId13"/>
    <p:sldLayoutId id="2147483675" r:id="rId14"/>
    <p:sldLayoutId id="2147483682" r:id="rId15"/>
    <p:sldLayoutId id="2147483685" r:id="rId16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buNone/>
        <a:defRPr lang="en-US" sz="3000" kern="1200" baseline="0" dirty="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2600"/>
        </a:spcBef>
        <a:spcAft>
          <a:spcPts val="0"/>
        </a:spcAft>
        <a:buFont typeface="Arial" panose="020B0604020202020204" pitchFamily="34" charset="0"/>
        <a:buNone/>
        <a:defRPr sz="2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spcAft>
          <a:spcPts val="0"/>
        </a:spcAft>
        <a:buFont typeface="Arial" panose="020B0604020202020204" pitchFamily="34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spcAft>
          <a:spcPts val="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spcAft>
          <a:spcPts val="0"/>
        </a:spcAft>
        <a:buFont typeface="Arial" panose="020B0604020202020204" pitchFamily="34" charset="0"/>
        <a:buNone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spcAft>
          <a:spcPts val="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BC0A83-D6A5-4DC7-A839-EBFFB201C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61" y="415739"/>
            <a:ext cx="9915265" cy="521479"/>
          </a:xfrm>
          <a:prstGeom prst="rect">
            <a:avLst/>
          </a:prstGeom>
        </p:spPr>
        <p:txBody>
          <a:bodyPr vert="horz" lIns="91440" tIns="45720" rIns="91440" bIns="4680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703EE-5097-48A1-9F45-C455314F5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4220" y="1204113"/>
            <a:ext cx="8843372" cy="5716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22922-324C-4B51-91F2-B23498A3DD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17328" y="7328843"/>
            <a:ext cx="850264" cy="2308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000" kern="120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29508-795D-4F2F-B806-FBDF693025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90593" y="7180094"/>
            <a:ext cx="7910628" cy="2308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lang="en-US" sz="100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B1418-7DCD-4789-82E8-E00D4D0455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8200" y="7180094"/>
            <a:ext cx="429392" cy="2308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000" kern="120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B1A83E95-1486-4D9C-BB33-40718F2E201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0" y="0"/>
            <a:ext cx="1212850" cy="7570788"/>
            <a:chOff x="0" y="0"/>
            <a:chExt cx="764" cy="4769"/>
          </a:xfrm>
        </p:grpSpPr>
        <p:sp>
          <p:nvSpPr>
            <p:cNvPr id="10" name="AutoShape 3">
              <a:extLst>
                <a:ext uri="{FF2B5EF4-FFF2-40B4-BE49-F238E27FC236}">
                  <a16:creationId xmlns:a16="http://schemas.microsoft.com/office/drawing/2014/main" id="{ADDD34E7-9CBD-454E-87B5-FDAD79D5FEF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0" y="0"/>
              <a:ext cx="764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51074FF5-0335-4637-8DAC-27445121D4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0"/>
              <a:ext cx="764" cy="4769"/>
            </a:xfrm>
            <a:custGeom>
              <a:avLst/>
              <a:gdLst>
                <a:gd name="T0" fmla="*/ 300 w 3347"/>
                <a:gd name="T1" fmla="*/ 0 h 21000"/>
                <a:gd name="T2" fmla="*/ 0 w 3347"/>
                <a:gd name="T3" fmla="*/ 0 h 21000"/>
                <a:gd name="T4" fmla="*/ 0 w 3347"/>
                <a:gd name="T5" fmla="*/ 21000 h 21000"/>
                <a:gd name="T6" fmla="*/ 285 w 3347"/>
                <a:gd name="T7" fmla="*/ 21000 h 21000"/>
                <a:gd name="T8" fmla="*/ 300 w 3347"/>
                <a:gd name="T9" fmla="*/ 21000 h 21000"/>
                <a:gd name="T10" fmla="*/ 3347 w 3347"/>
                <a:gd name="T11" fmla="*/ 21000 h 21000"/>
                <a:gd name="T12" fmla="*/ 1051 w 3347"/>
                <a:gd name="T13" fmla="*/ 20755 h 21000"/>
                <a:gd name="T14" fmla="*/ 1051 w 3347"/>
                <a:gd name="T15" fmla="*/ 20755 h 21000"/>
                <a:gd name="T16" fmla="*/ 1051 w 3347"/>
                <a:gd name="T17" fmla="*/ 20755 h 21000"/>
                <a:gd name="T18" fmla="*/ 300 w 3347"/>
                <a:gd name="T19" fmla="*/ 20487 h 21000"/>
                <a:gd name="T20" fmla="*/ 300 w 3347"/>
                <a:gd name="T21" fmla="*/ 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47" h="21000">
                  <a:moveTo>
                    <a:pt x="300" y="0"/>
                  </a:moveTo>
                  <a:lnTo>
                    <a:pt x="0" y="0"/>
                  </a:lnTo>
                  <a:lnTo>
                    <a:pt x="0" y="21000"/>
                  </a:lnTo>
                  <a:lnTo>
                    <a:pt x="285" y="21000"/>
                  </a:lnTo>
                  <a:lnTo>
                    <a:pt x="300" y="21000"/>
                  </a:lnTo>
                  <a:lnTo>
                    <a:pt x="3347" y="21000"/>
                  </a:lnTo>
                  <a:cubicBezTo>
                    <a:pt x="2474" y="21000"/>
                    <a:pt x="1663" y="20908"/>
                    <a:pt x="1051" y="20755"/>
                  </a:cubicBezTo>
                  <a:lnTo>
                    <a:pt x="1051" y="20755"/>
                  </a:lnTo>
                  <a:lnTo>
                    <a:pt x="1051" y="20755"/>
                  </a:lnTo>
                  <a:cubicBezTo>
                    <a:pt x="752" y="20680"/>
                    <a:pt x="497" y="20591"/>
                    <a:pt x="300" y="20487"/>
                  </a:cubicBezTo>
                  <a:lnTo>
                    <a:pt x="3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" name="Group 8">
            <a:extLst>
              <a:ext uri="{FF2B5EF4-FFF2-40B4-BE49-F238E27FC236}">
                <a16:creationId xmlns:a16="http://schemas.microsoft.com/office/drawing/2014/main" id="{8CC56C93-11F6-45FD-98BB-5C3C7224855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>
            <a:off x="9478963" y="0"/>
            <a:ext cx="1212850" cy="7570788"/>
            <a:chOff x="5971" y="0"/>
            <a:chExt cx="764" cy="4769"/>
          </a:xfrm>
        </p:grpSpPr>
        <p:sp>
          <p:nvSpPr>
            <p:cNvPr id="13" name="AutoShape 7">
              <a:extLst>
                <a:ext uri="{FF2B5EF4-FFF2-40B4-BE49-F238E27FC236}">
                  <a16:creationId xmlns:a16="http://schemas.microsoft.com/office/drawing/2014/main" id="{660B1070-2A92-438D-8685-6B7CC056D1FC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5971" y="0"/>
              <a:ext cx="764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D751C79-92FA-4DEA-97DE-EFFBAEB8A6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1" y="0"/>
              <a:ext cx="764" cy="4769"/>
            </a:xfrm>
            <a:custGeom>
              <a:avLst/>
              <a:gdLst>
                <a:gd name="T0" fmla="*/ 300 w 3347"/>
                <a:gd name="T1" fmla="*/ 0 h 21000"/>
                <a:gd name="T2" fmla="*/ 0 w 3347"/>
                <a:gd name="T3" fmla="*/ 0 h 21000"/>
                <a:gd name="T4" fmla="*/ 0 w 3347"/>
                <a:gd name="T5" fmla="*/ 21000 h 21000"/>
                <a:gd name="T6" fmla="*/ 285 w 3347"/>
                <a:gd name="T7" fmla="*/ 21000 h 21000"/>
                <a:gd name="T8" fmla="*/ 300 w 3347"/>
                <a:gd name="T9" fmla="*/ 21000 h 21000"/>
                <a:gd name="T10" fmla="*/ 3347 w 3347"/>
                <a:gd name="T11" fmla="*/ 21000 h 21000"/>
                <a:gd name="T12" fmla="*/ 1051 w 3347"/>
                <a:gd name="T13" fmla="*/ 20755 h 21000"/>
                <a:gd name="T14" fmla="*/ 1051 w 3347"/>
                <a:gd name="T15" fmla="*/ 20755 h 21000"/>
                <a:gd name="T16" fmla="*/ 1051 w 3347"/>
                <a:gd name="T17" fmla="*/ 20755 h 21000"/>
                <a:gd name="T18" fmla="*/ 300 w 3347"/>
                <a:gd name="T19" fmla="*/ 20487 h 21000"/>
                <a:gd name="T20" fmla="*/ 300 w 3347"/>
                <a:gd name="T21" fmla="*/ 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47" h="21000">
                  <a:moveTo>
                    <a:pt x="300" y="0"/>
                  </a:moveTo>
                  <a:lnTo>
                    <a:pt x="0" y="0"/>
                  </a:lnTo>
                  <a:lnTo>
                    <a:pt x="0" y="21000"/>
                  </a:lnTo>
                  <a:lnTo>
                    <a:pt x="285" y="21000"/>
                  </a:lnTo>
                  <a:lnTo>
                    <a:pt x="300" y="21000"/>
                  </a:lnTo>
                  <a:lnTo>
                    <a:pt x="3347" y="21000"/>
                  </a:lnTo>
                  <a:cubicBezTo>
                    <a:pt x="2474" y="21000"/>
                    <a:pt x="1663" y="20908"/>
                    <a:pt x="1051" y="20755"/>
                  </a:cubicBezTo>
                  <a:lnTo>
                    <a:pt x="1051" y="20755"/>
                  </a:lnTo>
                  <a:lnTo>
                    <a:pt x="1051" y="20755"/>
                  </a:lnTo>
                  <a:cubicBezTo>
                    <a:pt x="752" y="20680"/>
                    <a:pt x="497" y="20591"/>
                    <a:pt x="300" y="20487"/>
                  </a:cubicBezTo>
                  <a:lnTo>
                    <a:pt x="3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14979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12" r:id="rId2"/>
    <p:sldLayoutId id="2147483713" r:id="rId3"/>
    <p:sldLayoutId id="2147483690" r:id="rId4"/>
    <p:sldLayoutId id="2147483689" r:id="rId5"/>
    <p:sldLayoutId id="2147483691" r:id="rId6"/>
    <p:sldLayoutId id="2147483700" r:id="rId7"/>
    <p:sldLayoutId id="2147483701" r:id="rId8"/>
    <p:sldLayoutId id="2147483705" r:id="rId9"/>
    <p:sldLayoutId id="2147483706" r:id="rId10"/>
    <p:sldLayoutId id="2147483692" r:id="rId11"/>
    <p:sldLayoutId id="2147483702" r:id="rId12"/>
    <p:sldLayoutId id="2147483693" r:id="rId13"/>
    <p:sldLayoutId id="2147483694" r:id="rId14"/>
    <p:sldLayoutId id="2147483695" r:id="rId15"/>
    <p:sldLayoutId id="2147483696" r:id="rId16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buNone/>
        <a:defRPr lang="en-US" sz="3000" b="1" kern="1200" baseline="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260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7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7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uble Title">
  <a:themeElements>
    <a:clrScheme name="lrk-slides-velis">
      <a:dk1>
        <a:sysClr val="windowText" lastClr="000000"/>
      </a:dk1>
      <a:lt1>
        <a:sysClr val="window" lastClr="FFFFFF"/>
      </a:lt1>
      <a:dk2>
        <a:srgbClr val="50798A"/>
      </a:dk2>
      <a:lt2>
        <a:srgbClr val="E7E6E6"/>
      </a:lt2>
      <a:accent1>
        <a:srgbClr val="005C69"/>
      </a:accent1>
      <a:accent2>
        <a:srgbClr val="89B0AE"/>
      </a:accent2>
      <a:accent3>
        <a:srgbClr val="D73371"/>
      </a:accent3>
      <a:accent4>
        <a:srgbClr val="DBA8AC"/>
      </a:accent4>
      <a:accent5>
        <a:srgbClr val="58641D"/>
      </a:accent5>
      <a:accent6>
        <a:srgbClr val="BCBF79"/>
      </a:accent6>
      <a:hlink>
        <a:srgbClr val="005C69"/>
      </a:hlink>
      <a:folHlink>
        <a:srgbClr val="005C69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5" id="{F10FADA5-FD56-464D-9BC7-CDE178CA77BE}" vid="{86F50FA2-1AC1-475E-ACD4-A54B342C70CE}"/>
    </a:ext>
  </a:extLst>
</a:theme>
</file>

<file path=ppt/theme/theme2.xml><?xml version="1.0" encoding="utf-8"?>
<a:theme xmlns:a="http://schemas.openxmlformats.org/drawingml/2006/main" name="Single Title">
  <a:themeElements>
    <a:clrScheme name="lrk-slides-velis">
      <a:dk1>
        <a:sysClr val="windowText" lastClr="000000"/>
      </a:dk1>
      <a:lt1>
        <a:sysClr val="window" lastClr="FFFFFF"/>
      </a:lt1>
      <a:dk2>
        <a:srgbClr val="50798A"/>
      </a:dk2>
      <a:lt2>
        <a:srgbClr val="E7E6E6"/>
      </a:lt2>
      <a:accent1>
        <a:srgbClr val="005C69"/>
      </a:accent1>
      <a:accent2>
        <a:srgbClr val="89B0AE"/>
      </a:accent2>
      <a:accent3>
        <a:srgbClr val="D73371"/>
      </a:accent3>
      <a:accent4>
        <a:srgbClr val="DBA8AC"/>
      </a:accent4>
      <a:accent5>
        <a:srgbClr val="58641D"/>
      </a:accent5>
      <a:accent6>
        <a:srgbClr val="BCBF79"/>
      </a:accent6>
      <a:hlink>
        <a:srgbClr val="005C69"/>
      </a:hlink>
      <a:folHlink>
        <a:srgbClr val="005C6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5" id="{F10FADA5-FD56-464D-9BC7-CDE178CA77BE}" vid="{3A5FC102-7DC1-4BFF-A66E-CE55CE7D65C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7" baseType="lpstr">
      <vt:lpstr>Arial</vt:lpstr>
      <vt:lpstr>Arial Unicode MS</vt:lpstr>
      <vt:lpstr>Calibri</vt:lpstr>
      <vt:lpstr>Courier New</vt:lpstr>
      <vt:lpstr>Times New Roman</vt:lpstr>
      <vt:lpstr>Double Title</vt:lpstr>
      <vt:lpstr>Single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Laurens Krol</dc:creator>
  <cp:lastModifiedBy>Laurens Krol</cp:lastModifiedBy>
  <cp:revision>1</cp:revision>
  <dcterms:created xsi:type="dcterms:W3CDTF">2021-10-20T14:43:33Z</dcterms:created>
  <dcterms:modified xsi:type="dcterms:W3CDTF">2021-10-20T14:45:38Z</dcterms:modified>
</cp:coreProperties>
</file>
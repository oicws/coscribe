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销售额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1180</c:v>
                </c:pt>
                <c:pt idx="1">
                  <c:v>1320</c:v>
                </c:pt>
                <c:pt idx="2">
                  <c:v>1410</c:v>
                </c:pt>
                <c:pt idx="3">
                  <c:v>1650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2025 年华东区销售总结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华东大区 销售部 王磊 2026年1月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全年概况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2025 年华东区全年销售额 5,560 万元，比 2024 年的 4,630 万元增长 20.1%，完成年度目标的 103%</a:t>
            </a:r>
          </a:p>
          <a:p>
            <a:r>
              <a:t>新开门店 12 家，门店总数达到 86 家，其中上海 31 家、杭州 22 家、南京 18 家、苏州 15 家</a:t>
            </a:r>
          </a:p>
          <a:p>
            <a:r>
              <a:t>会员人数突破 42 万，会员复购率 38%，比上年提高 5 个百分点</a:t>
            </a:r>
          </a:p>
          <a:p>
            <a:r>
              <a:t>线上渠道销售额 1,240 万元，占比 22%，第四季度上线了小程序商城</a:t>
            </a:r>
          </a:p>
          <a:p>
            <a:r>
              <a:t>客单价 286 元，同比提升 6%</a:t>
            </a:r>
          </a:p>
          <a:p>
            <a:r>
              <a:t>主要问题：南京两家老店租约到期关闭，苏州新店爬坡慢于预期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门店与团队</a:t>
            </a:r>
          </a:p>
        </p:txBody>
      </p:sp>
      <p:pic>
        <p:nvPicPr>
          <p:cNvPr id="3" name="Picture 2" descr="st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4754880" cy="3169920"/>
          </a:xfrm>
          <a:prstGeom prst="rect">
            <a:avLst/>
          </a:prstGeom>
        </p:spPr>
      </p:pic>
      <p:pic>
        <p:nvPicPr>
          <p:cNvPr id="4" name="Picture 3" descr="t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103120"/>
            <a:ext cx="4206240" cy="28041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84632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上海淮海路旗舰店（2025 年 6 月开业）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5120640"/>
            <a:ext cx="45720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rgbClr val="FF0000"/>
                </a:solidFill>
              </a:rPr>
              <a:t>华东区销售团队 共 214 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分季度销售额（万元）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46304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各城市业绩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55448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40080">
                <a:tc>
                  <a:txBody>
                    <a:bodyPr/>
                    <a:lstStyle/>
                    <a:p>
                      <a:r>
                        <a:t>城市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销售额（万元）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同比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t>上海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2,310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+18%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t>杭州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1,420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+26%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t>南京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+9%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t>苏州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+31%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2026 年计划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3200"/>
              <a:t>销售额目标 6,500 万元</a:t>
            </a:r>
          </a:p>
          <a:p>
            <a:r>
              <a:rPr sz="3200"/>
              <a:t>新开门店 15 家，重点在杭州和苏州</a:t>
            </a:r>
          </a:p>
          <a:p>
            <a:r>
              <a:rPr sz="3200"/>
              <a:t>会员人数目标 55 万</a:t>
            </a:r>
          </a:p>
        </p:txBody>
      </p:sp>
      <p:pic>
        <p:nvPicPr>
          <p:cNvPr id="4" name="Picture 3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274320"/>
            <a:ext cx="1280160" cy="8534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
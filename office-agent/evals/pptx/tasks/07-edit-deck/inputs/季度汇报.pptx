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年第三季度经营汇报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财务部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营收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1,280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 个点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Q3 营收 1,280 万元，同比增长 +8%，主要来自企业软件。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增长来源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企业软件订阅续约率 94%</a:t>
            </a:r>
          </a:p>
          <a:p>
            <a:r>
              <a:t>西南新市场贡献 210 万元</a:t>
            </a:r>
          </a:p>
          <a:p>
            <a:r>
              <a:t>智能硬件持平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追回华北延迟订单</a:t>
            </a:r>
          </a:p>
          <a:p>
            <a:r>
              <a:t>东南亚扩充渠道</a:t>
            </a:r>
          </a:p>
          <a:p>
            <a:r>
              <a:t>企业软件发布新版本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